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serrat Bold" charset="1" panose="00000800000000000000"/>
      <p:regular r:id="rId13"/>
    </p:embeddedFont>
    <p:embeddedFont>
      <p:font typeface="Canva Sans Bold" charset="1" panose="020B0803030501040103"/>
      <p:regular r:id="rId14"/>
    </p:embeddedFont>
    <p:embeddedFont>
      <p:font typeface="Canva Sans" charset="1" panose="020B0503030501040103"/>
      <p:regular r:id="rId15"/>
    </p:embeddedFont>
    <p:embeddedFont>
      <p:font typeface="Montserrat" charset="1" panose="00000500000000000000"/>
      <p:regular r:id="rId16"/>
    </p:embeddedFont>
    <p:embeddedFont>
      <p:font typeface="Open Sans" charset="1" panose="00000000000000000000"/>
      <p:regular r:id="rId17"/>
    </p:embeddedFont>
    <p:embeddedFont>
      <p:font typeface="Open Sans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jpe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11" Target="../media/image21.png" Type="http://schemas.openxmlformats.org/officeDocument/2006/relationships/image"/><Relationship Id="rId12" Target="../media/image5.png" Type="http://schemas.openxmlformats.org/officeDocument/2006/relationships/image"/><Relationship Id="rId13" Target="../media/image6.png" Type="http://schemas.openxmlformats.org/officeDocument/2006/relationships/image"/><Relationship Id="rId14" Target="../media/image7.png" Type="http://schemas.openxmlformats.org/officeDocument/2006/relationships/image"/><Relationship Id="rId15" Target="../media/image8.png" Type="http://schemas.openxmlformats.org/officeDocument/2006/relationships/image"/><Relationship Id="rId16" Target="../media/image9.png" Type="http://schemas.openxmlformats.org/officeDocument/2006/relationships/image"/><Relationship Id="rId17" Target="../media/image10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11" Target="../media/image5.png" Type="http://schemas.openxmlformats.org/officeDocument/2006/relationships/image"/><Relationship Id="rId12" Target="../media/image6.png" Type="http://schemas.openxmlformats.org/officeDocument/2006/relationships/image"/><Relationship Id="rId13" Target="../media/image7.png" Type="http://schemas.openxmlformats.org/officeDocument/2006/relationships/image"/><Relationship Id="rId14" Target="../media/image8.png" Type="http://schemas.openxmlformats.org/officeDocument/2006/relationships/image"/><Relationship Id="rId15" Target="../media/image9.png" Type="http://schemas.openxmlformats.org/officeDocument/2006/relationships/image"/><Relationship Id="rId16" Target="../media/image10.png" Type="http://schemas.openxmlformats.org/officeDocument/2006/relationships/image"/><Relationship Id="rId17" Target="../media/image23.png" Type="http://schemas.openxmlformats.org/officeDocument/2006/relationships/image"/><Relationship Id="rId18" Target="../media/image24.sv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22.pn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13" Target="../media/image5.png" Type="http://schemas.openxmlformats.org/officeDocument/2006/relationships/image"/><Relationship Id="rId14" Target="../media/image6.png" Type="http://schemas.openxmlformats.org/officeDocument/2006/relationships/image"/><Relationship Id="rId15" Target="../media/image7.png" Type="http://schemas.openxmlformats.org/officeDocument/2006/relationships/image"/><Relationship Id="rId16" Target="../media/image8.png" Type="http://schemas.openxmlformats.org/officeDocument/2006/relationships/image"/><Relationship Id="rId17" Target="../media/image9.png" Type="http://schemas.openxmlformats.org/officeDocument/2006/relationships/image"/><Relationship Id="rId18" Target="../media/image10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7.png" Type="http://schemas.openxmlformats.org/officeDocument/2006/relationships/image"/><Relationship Id="rId12" Target="../media/image8.png" Type="http://schemas.openxmlformats.org/officeDocument/2006/relationships/image"/><Relationship Id="rId13" Target="../media/image9.png" Type="http://schemas.openxmlformats.org/officeDocument/2006/relationships/image"/><Relationship Id="rId14" Target="../media/image10.png" Type="http://schemas.openxmlformats.org/officeDocument/2006/relationships/image"/><Relationship Id="rId15" Target="../media/image28.png" Type="http://schemas.openxmlformats.org/officeDocument/2006/relationships/image"/><Relationship Id="rId16" Target="../embeddings/oleObject1.bin" Type="http://schemas.openxmlformats.org/officeDocument/2006/relationships/oleObject"/><Relationship Id="rId17" Target="../media/image6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45013" y="823913"/>
            <a:ext cx="12736649" cy="7207249"/>
            <a:chOff x="0" y="0"/>
            <a:chExt cx="16982198" cy="960966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52400"/>
              <a:ext cx="11274630" cy="9342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0"/>
                </a:lnSpc>
              </a:pPr>
              <a:r>
                <a:rPr lang="en-US" sz="8000" b="true">
                  <a:solidFill>
                    <a:srgbClr val="847B4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Wireframe </a:t>
              </a:r>
            </a:p>
            <a:p>
              <a:pPr algn="ctr">
                <a:lnSpc>
                  <a:spcPts val="11200"/>
                </a:lnSpc>
              </a:pPr>
              <a:r>
                <a:rPr lang="en-US" sz="8000" b="true">
                  <a:solidFill>
                    <a:srgbClr val="847B4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and </a:t>
              </a:r>
            </a:p>
            <a:p>
              <a:pPr algn="ctr">
                <a:lnSpc>
                  <a:spcPts val="11200"/>
                </a:lnSpc>
              </a:pPr>
              <a:r>
                <a:rPr lang="en-US" sz="8000" b="true">
                  <a:solidFill>
                    <a:srgbClr val="847B4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Navigation Diagram</a:t>
              </a:r>
            </a:p>
            <a:p>
              <a:pPr algn="ctr">
                <a:lnSpc>
                  <a:spcPts val="11200"/>
                </a:lnSpc>
              </a:pPr>
            </a:p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11274630" y="1416049"/>
              <a:ext cx="5707568" cy="5486400"/>
            </a:xfrm>
            <a:custGeom>
              <a:avLst/>
              <a:gdLst/>
              <a:ahLst/>
              <a:cxnLst/>
              <a:rect r="r" b="b" t="t" l="l"/>
              <a:pathLst>
                <a:path h="5486400" w="5707568">
                  <a:moveTo>
                    <a:pt x="0" y="0"/>
                  </a:moveTo>
                  <a:lnTo>
                    <a:pt x="5707568" y="0"/>
                  </a:lnTo>
                  <a:lnTo>
                    <a:pt x="570756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2010278" y="7918872"/>
              <a:ext cx="7289800" cy="16907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Team Azure</a:t>
              </a:r>
            </a:p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Sangam, Damien, Yohanna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C3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3792216" y="3792216"/>
            <a:ext cx="10287000" cy="2702567"/>
            <a:chOff x="0" y="0"/>
            <a:chExt cx="1605531" cy="421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5531" cy="421800"/>
            </a:xfrm>
            <a:custGeom>
              <a:avLst/>
              <a:gdLst/>
              <a:ahLst/>
              <a:cxnLst/>
              <a:rect r="r" b="b" t="t" l="l"/>
              <a:pathLst>
                <a:path h="421800" w="1605531">
                  <a:moveTo>
                    <a:pt x="0" y="0"/>
                  </a:moveTo>
                  <a:lnTo>
                    <a:pt x="1605531" y="0"/>
                  </a:lnTo>
                  <a:lnTo>
                    <a:pt x="1605531" y="421800"/>
                  </a:lnTo>
                  <a:lnTo>
                    <a:pt x="0" y="421800"/>
                  </a:lnTo>
                  <a:close/>
                </a:path>
              </a:pathLst>
            </a:custGeom>
            <a:solidFill>
              <a:srgbClr val="847B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05531" cy="45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73679" y="-610698"/>
            <a:ext cx="19165589" cy="12491825"/>
            <a:chOff x="0" y="0"/>
            <a:chExt cx="25554119" cy="1665576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4101662" y="1200183"/>
              <a:ext cx="20780577" cy="1760260"/>
              <a:chOff x="0" y="0"/>
              <a:chExt cx="4104805" cy="34770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104805" cy="347706"/>
              </a:xfrm>
              <a:custGeom>
                <a:avLst/>
                <a:gdLst/>
                <a:ahLst/>
                <a:cxnLst/>
                <a:rect r="r" b="b" t="t" l="l"/>
                <a:pathLst>
                  <a:path h="347706" w="4104805">
                    <a:moveTo>
                      <a:pt x="0" y="0"/>
                    </a:moveTo>
                    <a:lnTo>
                      <a:pt x="4104805" y="0"/>
                    </a:lnTo>
                    <a:lnTo>
                      <a:pt x="4104805" y="347706"/>
                    </a:lnTo>
                    <a:lnTo>
                      <a:pt x="0" y="347706"/>
                    </a:ln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104805" cy="3858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6152" y="814263"/>
              <a:ext cx="8566495" cy="771838"/>
            </a:xfrm>
            <a:custGeom>
              <a:avLst/>
              <a:gdLst/>
              <a:ahLst/>
              <a:cxnLst/>
              <a:rect r="r" b="b" t="t" l="l"/>
              <a:pathLst>
                <a:path h="771838" w="8566495">
                  <a:moveTo>
                    <a:pt x="0" y="0"/>
                  </a:moveTo>
                  <a:lnTo>
                    <a:pt x="8566494" y="0"/>
                  </a:lnTo>
                  <a:lnTo>
                    <a:pt x="8566494" y="771839"/>
                  </a:lnTo>
                  <a:lnTo>
                    <a:pt x="0" y="77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3620" r="0" b="-111308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23912" y="814263"/>
              <a:ext cx="8566495" cy="771838"/>
            </a:xfrm>
            <a:custGeom>
              <a:avLst/>
              <a:gdLst/>
              <a:ahLst/>
              <a:cxnLst/>
              <a:rect r="r" b="b" t="t" l="l"/>
              <a:pathLst>
                <a:path h="771838" w="8566495">
                  <a:moveTo>
                    <a:pt x="0" y="0"/>
                  </a:moveTo>
                  <a:lnTo>
                    <a:pt x="8566495" y="0"/>
                  </a:lnTo>
                  <a:lnTo>
                    <a:pt x="8566495" y="771839"/>
                  </a:lnTo>
                  <a:lnTo>
                    <a:pt x="0" y="77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3620" r="0" b="-111308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3437534" y="814263"/>
              <a:ext cx="8566495" cy="771838"/>
            </a:xfrm>
            <a:custGeom>
              <a:avLst/>
              <a:gdLst/>
              <a:ahLst/>
              <a:cxnLst/>
              <a:rect r="r" b="b" t="t" l="l"/>
              <a:pathLst>
                <a:path h="771838" w="8566495">
                  <a:moveTo>
                    <a:pt x="0" y="0"/>
                  </a:moveTo>
                  <a:lnTo>
                    <a:pt x="8566495" y="0"/>
                  </a:lnTo>
                  <a:lnTo>
                    <a:pt x="8566495" y="771839"/>
                  </a:lnTo>
                  <a:lnTo>
                    <a:pt x="0" y="77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3620" r="0" b="-111308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6987624" y="814263"/>
              <a:ext cx="8566495" cy="771838"/>
            </a:xfrm>
            <a:custGeom>
              <a:avLst/>
              <a:gdLst/>
              <a:ahLst/>
              <a:cxnLst/>
              <a:rect r="r" b="b" t="t" l="l"/>
              <a:pathLst>
                <a:path h="771838" w="8566495">
                  <a:moveTo>
                    <a:pt x="0" y="0"/>
                  </a:moveTo>
                  <a:lnTo>
                    <a:pt x="8566495" y="0"/>
                  </a:lnTo>
                  <a:lnTo>
                    <a:pt x="8566495" y="771839"/>
                  </a:lnTo>
                  <a:lnTo>
                    <a:pt x="0" y="77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3620" r="0" b="-111308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9131060" y="0"/>
              <a:ext cx="6056868" cy="5189765"/>
            </a:xfrm>
            <a:custGeom>
              <a:avLst/>
              <a:gdLst/>
              <a:ahLst/>
              <a:cxnLst/>
              <a:rect r="r" b="b" t="t" l="l"/>
              <a:pathLst>
                <a:path h="5189765" w="6056868">
                  <a:moveTo>
                    <a:pt x="0" y="0"/>
                  </a:moveTo>
                  <a:lnTo>
                    <a:pt x="6056868" y="0"/>
                  </a:lnTo>
                  <a:lnTo>
                    <a:pt x="6056868" y="5189765"/>
                  </a:lnTo>
                  <a:lnTo>
                    <a:pt x="0" y="5189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353" r="0" b="-8353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70654" y="7672263"/>
              <a:ext cx="4930489" cy="5940348"/>
            </a:xfrm>
            <a:custGeom>
              <a:avLst/>
              <a:gdLst/>
              <a:ahLst/>
              <a:cxnLst/>
              <a:rect r="r" b="b" t="t" l="l"/>
              <a:pathLst>
                <a:path h="5940348" w="4930489">
                  <a:moveTo>
                    <a:pt x="0" y="0"/>
                  </a:moveTo>
                  <a:lnTo>
                    <a:pt x="4930489" y="0"/>
                  </a:lnTo>
                  <a:lnTo>
                    <a:pt x="4930489" y="5940348"/>
                  </a:lnTo>
                  <a:lnTo>
                    <a:pt x="0" y="5940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8452442"/>
              <a:ext cx="8203325" cy="8203325"/>
            </a:xfrm>
            <a:custGeom>
              <a:avLst/>
              <a:gdLst/>
              <a:ahLst/>
              <a:cxnLst/>
              <a:rect r="r" b="b" t="t" l="l"/>
              <a:pathLst>
                <a:path h="8203325" w="8203325">
                  <a:moveTo>
                    <a:pt x="0" y="0"/>
                  </a:moveTo>
                  <a:lnTo>
                    <a:pt x="8203325" y="0"/>
                  </a:lnTo>
                  <a:lnTo>
                    <a:pt x="8203325" y="8203324"/>
                  </a:lnTo>
                  <a:lnTo>
                    <a:pt x="0" y="8203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1456147" y="11554458"/>
              <a:ext cx="3426092" cy="4568123"/>
            </a:xfrm>
            <a:custGeom>
              <a:avLst/>
              <a:gdLst/>
              <a:ahLst/>
              <a:cxnLst/>
              <a:rect r="r" b="b" t="t" l="l"/>
              <a:pathLst>
                <a:path h="4568123" w="3426092">
                  <a:moveTo>
                    <a:pt x="0" y="0"/>
                  </a:moveTo>
                  <a:lnTo>
                    <a:pt x="3426092" y="0"/>
                  </a:lnTo>
                  <a:lnTo>
                    <a:pt x="3426092" y="4568123"/>
                  </a:lnTo>
                  <a:lnTo>
                    <a:pt x="0" y="4568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0125164" y="12328183"/>
              <a:ext cx="2265505" cy="3020674"/>
            </a:xfrm>
            <a:custGeom>
              <a:avLst/>
              <a:gdLst/>
              <a:ahLst/>
              <a:cxnLst/>
              <a:rect r="r" b="b" t="t" l="l"/>
              <a:pathLst>
                <a:path h="3020674" w="2265505">
                  <a:moveTo>
                    <a:pt x="0" y="0"/>
                  </a:moveTo>
                  <a:lnTo>
                    <a:pt x="2265505" y="0"/>
                  </a:lnTo>
                  <a:lnTo>
                    <a:pt x="2265505" y="3020673"/>
                  </a:lnTo>
                  <a:lnTo>
                    <a:pt x="0" y="3020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1797593" y="13152719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1350806" y="13392773"/>
              <a:ext cx="1263744" cy="770576"/>
            </a:xfrm>
            <a:custGeom>
              <a:avLst/>
              <a:gdLst/>
              <a:ahLst/>
              <a:cxnLst/>
              <a:rect r="r" b="b" t="t" l="l"/>
              <a:pathLst>
                <a:path h="770576" w="1263744">
                  <a:moveTo>
                    <a:pt x="0" y="0"/>
                  </a:moveTo>
                  <a:lnTo>
                    <a:pt x="1263744" y="0"/>
                  </a:lnTo>
                  <a:lnTo>
                    <a:pt x="1263744" y="770576"/>
                  </a:lnTo>
                  <a:lnTo>
                    <a:pt x="0" y="770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grpSp>
          <p:nvGrpSpPr>
            <p:cNvPr name="Group 20" id="20"/>
            <p:cNvGrpSpPr/>
            <p:nvPr/>
          </p:nvGrpSpPr>
          <p:grpSpPr>
            <a:xfrm rot="0">
              <a:off x="378469" y="758568"/>
              <a:ext cx="24529170" cy="13754806"/>
              <a:chOff x="0" y="0"/>
              <a:chExt cx="4845268" cy="271699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845268" cy="2716999"/>
              </a:xfrm>
              <a:custGeom>
                <a:avLst/>
                <a:gdLst/>
                <a:ahLst/>
                <a:cxnLst/>
                <a:rect r="r" b="b" t="t" l="l"/>
                <a:pathLst>
                  <a:path h="2716999" w="4845268">
                    <a:moveTo>
                      <a:pt x="0" y="0"/>
                    </a:moveTo>
                    <a:lnTo>
                      <a:pt x="4845268" y="0"/>
                    </a:lnTo>
                    <a:lnTo>
                      <a:pt x="4845268" y="2716999"/>
                    </a:lnTo>
                    <a:lnTo>
                      <a:pt x="0" y="2716999"/>
                    </a:lnTo>
                    <a:close/>
                  </a:path>
                </a:pathLst>
              </a:custGeom>
              <a:solidFill>
                <a:srgbClr val="000000">
                  <a:alpha val="64706"/>
                </a:srgbClr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4845268" cy="27550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>
              <a:grpSpLocks noChangeAspect="true"/>
            </p:cNvGrpSpPr>
            <p:nvPr/>
          </p:nvGrpSpPr>
          <p:grpSpPr>
            <a:xfrm rot="0">
              <a:off x="7969947" y="5232033"/>
              <a:ext cx="4524448" cy="4588941"/>
              <a:chOff x="0" y="0"/>
              <a:chExt cx="11582400" cy="117475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123136" y="244952"/>
                <a:ext cx="11306283" cy="11266943"/>
              </a:xfrm>
              <a:custGeom>
                <a:avLst/>
                <a:gdLst/>
                <a:ahLst/>
                <a:cxnLst/>
                <a:rect r="r" b="b" t="t" l="l"/>
                <a:pathLst>
                  <a:path h="11266943" w="11306283">
                    <a:moveTo>
                      <a:pt x="5653142" y="56"/>
                    </a:moveTo>
                    <a:cubicBezTo>
                      <a:pt x="3636485" y="-8971"/>
                      <a:pt x="1769147" y="1062773"/>
                      <a:pt x="758206" y="2809466"/>
                    </a:cubicBezTo>
                    <a:cubicBezTo>
                      <a:pt x="-252735" y="4556159"/>
                      <a:pt x="-252735" y="6710783"/>
                      <a:pt x="758206" y="8457477"/>
                    </a:cubicBezTo>
                    <a:cubicBezTo>
                      <a:pt x="1769147" y="10204170"/>
                      <a:pt x="3636485" y="11275914"/>
                      <a:pt x="5653142" y="11266886"/>
                    </a:cubicBezTo>
                    <a:cubicBezTo>
                      <a:pt x="7669798" y="11275914"/>
                      <a:pt x="9537136" y="10204170"/>
                      <a:pt x="10548077" y="8457477"/>
                    </a:cubicBezTo>
                    <a:cubicBezTo>
                      <a:pt x="11559018" y="6710783"/>
                      <a:pt x="11559018" y="4556159"/>
                      <a:pt x="10548077" y="2809466"/>
                    </a:cubicBezTo>
                    <a:cubicBezTo>
                      <a:pt x="9537136" y="1062773"/>
                      <a:pt x="7669798" y="-8971"/>
                      <a:pt x="5653142" y="56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l="174" t="0" r="174" b="0"/>
                </a:stretch>
              </a:blip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1575567" cy="11745316"/>
              </a:xfrm>
              <a:custGeom>
                <a:avLst/>
                <a:gdLst/>
                <a:ahLst/>
                <a:cxnLst/>
                <a:rect r="r" b="b" t="t" l="l"/>
                <a:pathLst>
                  <a:path h="11745316" w="11575567">
                    <a:moveTo>
                      <a:pt x="0" y="0"/>
                    </a:moveTo>
                    <a:lnTo>
                      <a:pt x="11575567" y="0"/>
                    </a:lnTo>
                    <a:lnTo>
                      <a:pt x="11575567" y="11745316"/>
                    </a:lnTo>
                    <a:lnTo>
                      <a:pt x="0" y="11745316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-272" t="0" r="-272" b="0"/>
                </a:stretch>
              </a:blipFill>
            </p:spPr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13719935" y="5938780"/>
              <a:ext cx="5185186" cy="5185186"/>
            </a:xfrm>
            <a:custGeom>
              <a:avLst/>
              <a:gdLst/>
              <a:ahLst/>
              <a:cxnLst/>
              <a:rect r="r" b="b" t="t" l="l"/>
              <a:pathLst>
                <a:path h="5185186" w="5185186">
                  <a:moveTo>
                    <a:pt x="0" y="0"/>
                  </a:moveTo>
                  <a:lnTo>
                    <a:pt x="5185186" y="0"/>
                  </a:lnTo>
                  <a:lnTo>
                    <a:pt x="5185186" y="5185186"/>
                  </a:lnTo>
                  <a:lnTo>
                    <a:pt x="0" y="5185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4461370" y="1945948"/>
              <a:ext cx="8422552" cy="855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02"/>
                </a:lnSpc>
              </a:pPr>
              <a:r>
                <a:rPr lang="en-US" sz="385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Hello David!!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3707235" y="4153886"/>
              <a:ext cx="5185186" cy="2351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Enter Password</a:t>
              </a:r>
            </a:p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</a:p>
            <a:p>
              <a:pPr algn="ctr">
                <a:lnSpc>
                  <a:spcPts val="47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C3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3792216" y="3792216"/>
            <a:ext cx="10287000" cy="2702567"/>
            <a:chOff x="0" y="0"/>
            <a:chExt cx="1605531" cy="421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5531" cy="421800"/>
            </a:xfrm>
            <a:custGeom>
              <a:avLst/>
              <a:gdLst/>
              <a:ahLst/>
              <a:cxnLst/>
              <a:rect r="r" b="b" t="t" l="l"/>
              <a:pathLst>
                <a:path h="421800" w="1605531">
                  <a:moveTo>
                    <a:pt x="0" y="0"/>
                  </a:moveTo>
                  <a:lnTo>
                    <a:pt x="1605531" y="0"/>
                  </a:lnTo>
                  <a:lnTo>
                    <a:pt x="1605531" y="421800"/>
                  </a:lnTo>
                  <a:lnTo>
                    <a:pt x="0" y="421800"/>
                  </a:lnTo>
                  <a:close/>
                </a:path>
              </a:pathLst>
            </a:custGeom>
            <a:solidFill>
              <a:srgbClr val="847B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05531" cy="45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64154" y="-610698"/>
            <a:ext cx="19165589" cy="12491825"/>
            <a:chOff x="0" y="0"/>
            <a:chExt cx="25554119" cy="1665576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4101662" y="1200183"/>
              <a:ext cx="20780577" cy="1760260"/>
              <a:chOff x="0" y="0"/>
              <a:chExt cx="4104805" cy="34770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104805" cy="347706"/>
              </a:xfrm>
              <a:custGeom>
                <a:avLst/>
                <a:gdLst/>
                <a:ahLst/>
                <a:cxnLst/>
                <a:rect r="r" b="b" t="t" l="l"/>
                <a:pathLst>
                  <a:path h="347706" w="4104805">
                    <a:moveTo>
                      <a:pt x="0" y="0"/>
                    </a:moveTo>
                    <a:lnTo>
                      <a:pt x="4104805" y="0"/>
                    </a:lnTo>
                    <a:lnTo>
                      <a:pt x="4104805" y="347706"/>
                    </a:lnTo>
                    <a:lnTo>
                      <a:pt x="0" y="347706"/>
                    </a:ln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104805" cy="3858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6152" y="814263"/>
              <a:ext cx="8566495" cy="771838"/>
            </a:xfrm>
            <a:custGeom>
              <a:avLst/>
              <a:gdLst/>
              <a:ahLst/>
              <a:cxnLst/>
              <a:rect r="r" b="b" t="t" l="l"/>
              <a:pathLst>
                <a:path h="771838" w="8566495">
                  <a:moveTo>
                    <a:pt x="0" y="0"/>
                  </a:moveTo>
                  <a:lnTo>
                    <a:pt x="8566494" y="0"/>
                  </a:lnTo>
                  <a:lnTo>
                    <a:pt x="8566494" y="771839"/>
                  </a:lnTo>
                  <a:lnTo>
                    <a:pt x="0" y="77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3620" r="0" b="-111308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23912" y="814263"/>
              <a:ext cx="8566495" cy="771838"/>
            </a:xfrm>
            <a:custGeom>
              <a:avLst/>
              <a:gdLst/>
              <a:ahLst/>
              <a:cxnLst/>
              <a:rect r="r" b="b" t="t" l="l"/>
              <a:pathLst>
                <a:path h="771838" w="8566495">
                  <a:moveTo>
                    <a:pt x="0" y="0"/>
                  </a:moveTo>
                  <a:lnTo>
                    <a:pt x="8566495" y="0"/>
                  </a:lnTo>
                  <a:lnTo>
                    <a:pt x="8566495" y="771839"/>
                  </a:lnTo>
                  <a:lnTo>
                    <a:pt x="0" y="77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3620" r="0" b="-111308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3437534" y="814263"/>
              <a:ext cx="8566495" cy="771838"/>
            </a:xfrm>
            <a:custGeom>
              <a:avLst/>
              <a:gdLst/>
              <a:ahLst/>
              <a:cxnLst/>
              <a:rect r="r" b="b" t="t" l="l"/>
              <a:pathLst>
                <a:path h="771838" w="8566495">
                  <a:moveTo>
                    <a:pt x="0" y="0"/>
                  </a:moveTo>
                  <a:lnTo>
                    <a:pt x="8566495" y="0"/>
                  </a:lnTo>
                  <a:lnTo>
                    <a:pt x="8566495" y="771839"/>
                  </a:lnTo>
                  <a:lnTo>
                    <a:pt x="0" y="77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3620" r="0" b="-111308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6987624" y="814263"/>
              <a:ext cx="8566495" cy="771838"/>
            </a:xfrm>
            <a:custGeom>
              <a:avLst/>
              <a:gdLst/>
              <a:ahLst/>
              <a:cxnLst/>
              <a:rect r="r" b="b" t="t" l="l"/>
              <a:pathLst>
                <a:path h="771838" w="8566495">
                  <a:moveTo>
                    <a:pt x="0" y="0"/>
                  </a:moveTo>
                  <a:lnTo>
                    <a:pt x="8566495" y="0"/>
                  </a:lnTo>
                  <a:lnTo>
                    <a:pt x="8566495" y="771839"/>
                  </a:lnTo>
                  <a:lnTo>
                    <a:pt x="0" y="77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3620" r="0" b="-111308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9131060" y="0"/>
              <a:ext cx="6056868" cy="5189765"/>
            </a:xfrm>
            <a:custGeom>
              <a:avLst/>
              <a:gdLst/>
              <a:ahLst/>
              <a:cxnLst/>
              <a:rect r="r" b="b" t="t" l="l"/>
              <a:pathLst>
                <a:path h="5189765" w="6056868">
                  <a:moveTo>
                    <a:pt x="0" y="0"/>
                  </a:moveTo>
                  <a:lnTo>
                    <a:pt x="6056868" y="0"/>
                  </a:lnTo>
                  <a:lnTo>
                    <a:pt x="6056868" y="5189765"/>
                  </a:lnTo>
                  <a:lnTo>
                    <a:pt x="0" y="5189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353" r="0" b="-8353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6615246" y="6723112"/>
              <a:ext cx="11105535" cy="6639842"/>
              <a:chOff x="0" y="0"/>
              <a:chExt cx="1299962" cy="77722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299962" cy="777229"/>
              </a:xfrm>
              <a:custGeom>
                <a:avLst/>
                <a:gdLst/>
                <a:ahLst/>
                <a:cxnLst/>
                <a:rect r="r" b="b" t="t" l="l"/>
                <a:pathLst>
                  <a:path h="777229" w="1299962">
                    <a:moveTo>
                      <a:pt x="43686" y="0"/>
                    </a:moveTo>
                    <a:lnTo>
                      <a:pt x="1256276" y="0"/>
                    </a:lnTo>
                    <a:cubicBezTo>
                      <a:pt x="1280403" y="0"/>
                      <a:pt x="1299962" y="19559"/>
                      <a:pt x="1299962" y="43686"/>
                    </a:cubicBezTo>
                    <a:lnTo>
                      <a:pt x="1299962" y="733543"/>
                    </a:lnTo>
                    <a:cubicBezTo>
                      <a:pt x="1299962" y="757670"/>
                      <a:pt x="1280403" y="777229"/>
                      <a:pt x="1256276" y="777229"/>
                    </a:cubicBezTo>
                    <a:lnTo>
                      <a:pt x="43686" y="777229"/>
                    </a:lnTo>
                    <a:cubicBezTo>
                      <a:pt x="19559" y="777229"/>
                      <a:pt x="0" y="757670"/>
                      <a:pt x="0" y="733543"/>
                    </a:cubicBezTo>
                    <a:lnTo>
                      <a:pt x="0" y="43686"/>
                    </a:lnTo>
                    <a:cubicBezTo>
                      <a:pt x="0" y="19559"/>
                      <a:pt x="19559" y="0"/>
                      <a:pt x="43686" y="0"/>
                    </a:cubicBez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1299962" cy="8248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</a:pPr>
                <a:r>
                  <a:rPr lang="en-US" sz="2999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Sales Overview</a:t>
                </a:r>
              </a:p>
              <a:p>
                <a:pPr algn="ctr">
                  <a:lnSpc>
                    <a:spcPts val="4199"/>
                  </a:lnSpc>
                </a:pPr>
              </a:p>
              <a:p>
                <a:pPr algn="ctr">
                  <a:lnSpc>
                    <a:spcPts val="4199"/>
                  </a:lnSpc>
                </a:pPr>
              </a:p>
              <a:p>
                <a:pPr algn="ctr">
                  <a:lnSpc>
                    <a:spcPts val="4199"/>
                  </a:lnSpc>
                </a:pPr>
              </a:p>
              <a:p>
                <a:pPr algn="ctr">
                  <a:lnSpc>
                    <a:spcPts val="4199"/>
                  </a:lnSpc>
                </a:pPr>
              </a:p>
              <a:p>
                <a:pPr algn="ctr">
                  <a:lnSpc>
                    <a:spcPts val="4199"/>
                  </a:lnSpc>
                </a:pPr>
              </a:p>
              <a:p>
                <a:pPr algn="ctr">
                  <a:lnSpc>
                    <a:spcPts val="4199"/>
                  </a:lnSpc>
                </a:pPr>
              </a:p>
              <a:p>
                <a:pPr algn="ctr">
                  <a:lnSpc>
                    <a:spcPts val="4199"/>
                  </a:lnSpc>
                </a:pPr>
              </a:p>
              <a:p>
                <a:pPr algn="ctr">
                  <a:lnSpc>
                    <a:spcPts val="4199"/>
                  </a:lnSpc>
                </a:pPr>
              </a:p>
            </p:txBody>
          </p:sp>
        </p:grpSp>
        <p:pic>
          <p:nvPicPr>
            <p:cNvPr name="Picture 17" id="17"/>
            <p:cNvPicPr>
              <a:picLocks noChangeAspect="true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0">
              <a:off x="6351843" y="6609729"/>
              <a:ext cx="11602672" cy="7123481"/>
            </a:xfrm>
            <a:prstGeom prst="rect">
              <a:avLst/>
            </a:prstGeom>
          </p:spPr>
        </p:pic>
        <p:grpSp>
          <p:nvGrpSpPr>
            <p:cNvPr name="Group 18" id="18"/>
            <p:cNvGrpSpPr/>
            <p:nvPr/>
          </p:nvGrpSpPr>
          <p:grpSpPr>
            <a:xfrm rot="0">
              <a:off x="18286007" y="6723112"/>
              <a:ext cx="6172200" cy="6639842"/>
              <a:chOff x="0" y="0"/>
              <a:chExt cx="722489" cy="77722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22489" cy="777229"/>
              </a:xfrm>
              <a:custGeom>
                <a:avLst/>
                <a:gdLst/>
                <a:ahLst/>
                <a:cxnLst/>
                <a:rect r="r" b="b" t="t" l="l"/>
                <a:pathLst>
                  <a:path h="777229" w="722489">
                    <a:moveTo>
                      <a:pt x="78604" y="0"/>
                    </a:moveTo>
                    <a:lnTo>
                      <a:pt x="643885" y="0"/>
                    </a:lnTo>
                    <a:cubicBezTo>
                      <a:pt x="687297" y="0"/>
                      <a:pt x="722489" y="35192"/>
                      <a:pt x="722489" y="78604"/>
                    </a:cubicBezTo>
                    <a:lnTo>
                      <a:pt x="722489" y="698625"/>
                    </a:lnTo>
                    <a:cubicBezTo>
                      <a:pt x="722489" y="719472"/>
                      <a:pt x="714207" y="739465"/>
                      <a:pt x="699466" y="754206"/>
                    </a:cubicBezTo>
                    <a:cubicBezTo>
                      <a:pt x="684725" y="768947"/>
                      <a:pt x="664732" y="777229"/>
                      <a:pt x="643885" y="777229"/>
                    </a:cubicBezTo>
                    <a:lnTo>
                      <a:pt x="78604" y="777229"/>
                    </a:lnTo>
                    <a:cubicBezTo>
                      <a:pt x="35192" y="777229"/>
                      <a:pt x="0" y="742037"/>
                      <a:pt x="0" y="698625"/>
                    </a:cubicBezTo>
                    <a:lnTo>
                      <a:pt x="0" y="78604"/>
                    </a:lnTo>
                    <a:cubicBezTo>
                      <a:pt x="0" y="57757"/>
                      <a:pt x="8281" y="37764"/>
                      <a:pt x="23023" y="23023"/>
                    </a:cubicBezTo>
                    <a:cubicBezTo>
                      <a:pt x="37764" y="8281"/>
                      <a:pt x="57757" y="0"/>
                      <a:pt x="78604" y="0"/>
                    </a:cubicBez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722489" cy="8248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  <a:r>
                  <a:rPr lang="en-US" sz="2699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Inventory Status</a:t>
                </a:r>
              </a:p>
              <a:p>
                <a:pPr algn="ctr">
                  <a:lnSpc>
                    <a:spcPts val="2659"/>
                  </a:lnSpc>
                </a:pPr>
              </a:p>
              <a:p>
                <a:pPr algn="ctr">
                  <a:lnSpc>
                    <a:spcPts val="2659"/>
                  </a:lnSpc>
                </a:pPr>
              </a:p>
              <a:p>
                <a:pPr algn="ctr">
                  <a:lnSpc>
                    <a:spcPts val="2659"/>
                  </a:lnSpc>
                </a:pPr>
              </a:p>
              <a:p>
                <a:pPr algn="ctr">
                  <a:lnSpc>
                    <a:spcPts val="2659"/>
                  </a:lnSpc>
                </a:pPr>
              </a:p>
              <a:p>
                <a:pPr algn="ctr">
                  <a:lnSpc>
                    <a:spcPts val="2659"/>
                  </a:lnSpc>
                </a:pPr>
              </a:p>
              <a:p>
                <a:pPr algn="ctr">
                  <a:lnSpc>
                    <a:spcPts val="2659"/>
                  </a:lnSpc>
                </a:pPr>
              </a:p>
              <a:p>
                <a:pPr algn="ctr">
                  <a:lnSpc>
                    <a:spcPts val="2659"/>
                  </a:lnSpc>
                </a:pPr>
              </a:p>
              <a:p>
                <a:pPr algn="ctr">
                  <a:lnSpc>
                    <a:spcPts val="2659"/>
                  </a:lnSpc>
                </a:pPr>
              </a:p>
              <a:p>
                <a:pPr algn="ctr">
                  <a:lnSpc>
                    <a:spcPts val="2659"/>
                  </a:lnSpc>
                </a:pPr>
              </a:p>
              <a:p>
                <a:pPr algn="ctr">
                  <a:lnSpc>
                    <a:spcPts val="2659"/>
                  </a:lnSpc>
                </a:pPr>
              </a:p>
              <a:p>
                <a:pPr algn="ctr">
                  <a:lnSpc>
                    <a:spcPts val="2659"/>
                  </a:lnSpc>
                </a:pPr>
              </a:p>
              <a:p>
                <a:pPr algn="ctr">
                  <a:lnSpc>
                    <a:spcPts val="2659"/>
                  </a:lnSpc>
                </a:pPr>
              </a:p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590007" y="2442482"/>
              <a:ext cx="3258594" cy="925057"/>
              <a:chOff x="0" y="0"/>
              <a:chExt cx="381436" cy="10828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81436" cy="108283"/>
              </a:xfrm>
              <a:custGeom>
                <a:avLst/>
                <a:gdLst/>
                <a:ahLst/>
                <a:cxnLst/>
                <a:rect r="r" b="b" t="t" l="l"/>
                <a:pathLst>
                  <a:path h="108283" w="381436">
                    <a:moveTo>
                      <a:pt x="54141" y="0"/>
                    </a:moveTo>
                    <a:lnTo>
                      <a:pt x="327294" y="0"/>
                    </a:lnTo>
                    <a:cubicBezTo>
                      <a:pt x="357196" y="0"/>
                      <a:pt x="381436" y="24240"/>
                      <a:pt x="381436" y="54141"/>
                    </a:cubicBezTo>
                    <a:lnTo>
                      <a:pt x="381436" y="54141"/>
                    </a:lnTo>
                    <a:cubicBezTo>
                      <a:pt x="381436" y="68501"/>
                      <a:pt x="375732" y="82272"/>
                      <a:pt x="365578" y="92425"/>
                    </a:cubicBezTo>
                    <a:cubicBezTo>
                      <a:pt x="355425" y="102579"/>
                      <a:pt x="341654" y="108283"/>
                      <a:pt x="327294" y="108283"/>
                    </a:cubicBezTo>
                    <a:lnTo>
                      <a:pt x="54141" y="108283"/>
                    </a:lnTo>
                    <a:cubicBezTo>
                      <a:pt x="39782" y="108283"/>
                      <a:pt x="26011" y="102579"/>
                      <a:pt x="15858" y="92425"/>
                    </a:cubicBezTo>
                    <a:cubicBezTo>
                      <a:pt x="5704" y="82272"/>
                      <a:pt x="0" y="68501"/>
                      <a:pt x="0" y="54141"/>
                    </a:cubicBezTo>
                    <a:lnTo>
                      <a:pt x="0" y="54141"/>
                    </a:lnTo>
                    <a:cubicBezTo>
                      <a:pt x="0" y="39782"/>
                      <a:pt x="5704" y="26011"/>
                      <a:pt x="15858" y="15858"/>
                    </a:cubicBezTo>
                    <a:cubicBezTo>
                      <a:pt x="26011" y="5704"/>
                      <a:pt x="39782" y="0"/>
                      <a:pt x="54141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381436" cy="1463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127104" y="2538832"/>
              <a:ext cx="2184400" cy="12594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Dashboard</a:t>
              </a:r>
            </a:p>
            <a:p>
              <a:pPr algn="l">
                <a:lnSpc>
                  <a:spcPts val="4200"/>
                </a:lnSpc>
              </a:pP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983590" y="4155488"/>
              <a:ext cx="440699" cy="579867"/>
            </a:xfrm>
            <a:custGeom>
              <a:avLst/>
              <a:gdLst/>
              <a:ahLst/>
              <a:cxnLst/>
              <a:rect r="r" b="b" t="t" l="l"/>
              <a:pathLst>
                <a:path h="579867" w="440699">
                  <a:moveTo>
                    <a:pt x="0" y="0"/>
                  </a:moveTo>
                  <a:lnTo>
                    <a:pt x="440699" y="0"/>
                  </a:lnTo>
                  <a:lnTo>
                    <a:pt x="440699" y="579867"/>
                  </a:lnTo>
                  <a:lnTo>
                    <a:pt x="0" y="579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1577959" y="4148029"/>
              <a:ext cx="1877060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Inventory</a:t>
              </a:r>
            </a:p>
          </p:txBody>
        </p:sp>
        <p:sp>
          <p:nvSpPr>
            <p:cNvPr name="Freeform 27" id="27"/>
            <p:cNvSpPr/>
            <p:nvPr/>
          </p:nvSpPr>
          <p:spPr>
            <a:xfrm flipH="false" flipV="false" rot="0">
              <a:off x="1419800" y="5624078"/>
              <a:ext cx="402307" cy="423887"/>
            </a:xfrm>
            <a:custGeom>
              <a:avLst/>
              <a:gdLst/>
              <a:ahLst/>
              <a:cxnLst/>
              <a:rect r="r" b="b" t="t" l="l"/>
              <a:pathLst>
                <a:path h="423887" w="402307">
                  <a:moveTo>
                    <a:pt x="0" y="0"/>
                  </a:moveTo>
                  <a:lnTo>
                    <a:pt x="402307" y="0"/>
                  </a:lnTo>
                  <a:lnTo>
                    <a:pt x="402307" y="423887"/>
                  </a:lnTo>
                  <a:lnTo>
                    <a:pt x="0" y="423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2005190" y="5538630"/>
              <a:ext cx="1013619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Sales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670654" y="7051208"/>
              <a:ext cx="412115" cy="499533"/>
            </a:xfrm>
            <a:custGeom>
              <a:avLst/>
              <a:gdLst/>
              <a:ahLst/>
              <a:cxnLst/>
              <a:rect r="r" b="b" t="t" l="l"/>
              <a:pathLst>
                <a:path h="499533" w="412115">
                  <a:moveTo>
                    <a:pt x="0" y="0"/>
                  </a:moveTo>
                  <a:lnTo>
                    <a:pt x="412115" y="0"/>
                  </a:lnTo>
                  <a:lnTo>
                    <a:pt x="412115" y="499534"/>
                  </a:lnTo>
                  <a:lnTo>
                    <a:pt x="0" y="499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1127466" y="6940083"/>
              <a:ext cx="2640489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Order history</a:t>
              </a:r>
            </a:p>
          </p:txBody>
        </p:sp>
        <p:pic>
          <p:nvPicPr>
            <p:cNvPr name="Picture 31" id="31"/>
            <p:cNvPicPr>
              <a:picLocks noChangeAspect="true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0">
              <a:off x="17574471" y="7030857"/>
              <a:ext cx="7696871" cy="6558417"/>
            </a:xfrm>
            <a:prstGeom prst="rect">
              <a:avLst/>
            </a:prstGeom>
          </p:spPr>
        </p:pic>
        <p:sp>
          <p:nvSpPr>
            <p:cNvPr name="Freeform 32" id="32"/>
            <p:cNvSpPr/>
            <p:nvPr/>
          </p:nvSpPr>
          <p:spPr>
            <a:xfrm flipH="false" flipV="false" rot="0">
              <a:off x="670654" y="7672263"/>
              <a:ext cx="4930489" cy="5940348"/>
            </a:xfrm>
            <a:custGeom>
              <a:avLst/>
              <a:gdLst/>
              <a:ahLst/>
              <a:cxnLst/>
              <a:rect r="r" b="b" t="t" l="l"/>
              <a:pathLst>
                <a:path h="5940348" w="4930489">
                  <a:moveTo>
                    <a:pt x="0" y="0"/>
                  </a:moveTo>
                  <a:lnTo>
                    <a:pt x="4930489" y="0"/>
                  </a:lnTo>
                  <a:lnTo>
                    <a:pt x="4930489" y="5940348"/>
                  </a:lnTo>
                  <a:lnTo>
                    <a:pt x="0" y="5940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8452442"/>
              <a:ext cx="8203325" cy="8203325"/>
            </a:xfrm>
            <a:custGeom>
              <a:avLst/>
              <a:gdLst/>
              <a:ahLst/>
              <a:cxnLst/>
              <a:rect r="r" b="b" t="t" l="l"/>
              <a:pathLst>
                <a:path h="8203325" w="8203325">
                  <a:moveTo>
                    <a:pt x="0" y="0"/>
                  </a:moveTo>
                  <a:lnTo>
                    <a:pt x="8203325" y="0"/>
                  </a:lnTo>
                  <a:lnTo>
                    <a:pt x="8203325" y="8203324"/>
                  </a:lnTo>
                  <a:lnTo>
                    <a:pt x="0" y="8203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grpSp>
          <p:nvGrpSpPr>
            <p:cNvPr name="Group 34" id="34"/>
            <p:cNvGrpSpPr/>
            <p:nvPr/>
          </p:nvGrpSpPr>
          <p:grpSpPr>
            <a:xfrm rot="0">
              <a:off x="6769257" y="3559347"/>
              <a:ext cx="4232115" cy="2199481"/>
              <a:chOff x="0" y="0"/>
              <a:chExt cx="506833" cy="26340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506833" cy="263407"/>
              </a:xfrm>
              <a:custGeom>
                <a:avLst/>
                <a:gdLst/>
                <a:ahLst/>
                <a:cxnLst/>
                <a:rect r="r" b="b" t="t" l="l"/>
                <a:pathLst>
                  <a:path h="263407" w="506833">
                    <a:moveTo>
                      <a:pt x="114638" y="0"/>
                    </a:moveTo>
                    <a:lnTo>
                      <a:pt x="392196" y="0"/>
                    </a:lnTo>
                    <a:cubicBezTo>
                      <a:pt x="422599" y="0"/>
                      <a:pt x="451758" y="12078"/>
                      <a:pt x="473257" y="33577"/>
                    </a:cubicBezTo>
                    <a:cubicBezTo>
                      <a:pt x="494756" y="55075"/>
                      <a:pt x="506833" y="84234"/>
                      <a:pt x="506833" y="114638"/>
                    </a:cubicBezTo>
                    <a:lnTo>
                      <a:pt x="506833" y="148770"/>
                    </a:lnTo>
                    <a:cubicBezTo>
                      <a:pt x="506833" y="179173"/>
                      <a:pt x="494756" y="208332"/>
                      <a:pt x="473257" y="229831"/>
                    </a:cubicBezTo>
                    <a:cubicBezTo>
                      <a:pt x="451758" y="251330"/>
                      <a:pt x="422599" y="263407"/>
                      <a:pt x="392196" y="263407"/>
                    </a:cubicBezTo>
                    <a:lnTo>
                      <a:pt x="114638" y="263407"/>
                    </a:lnTo>
                    <a:cubicBezTo>
                      <a:pt x="84234" y="263407"/>
                      <a:pt x="55075" y="251330"/>
                      <a:pt x="33577" y="229831"/>
                    </a:cubicBezTo>
                    <a:cubicBezTo>
                      <a:pt x="12078" y="208332"/>
                      <a:pt x="0" y="179173"/>
                      <a:pt x="0" y="148770"/>
                    </a:cubicBezTo>
                    <a:lnTo>
                      <a:pt x="0" y="114638"/>
                    </a:lnTo>
                    <a:cubicBezTo>
                      <a:pt x="0" y="84234"/>
                      <a:pt x="12078" y="55075"/>
                      <a:pt x="33577" y="33577"/>
                    </a:cubicBezTo>
                    <a:cubicBezTo>
                      <a:pt x="55075" y="12078"/>
                      <a:pt x="84234" y="0"/>
                      <a:pt x="114638" y="0"/>
                    </a:cubicBez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506833" cy="311032"/>
              </a:xfrm>
              <a:prstGeom prst="rect">
                <a:avLst/>
              </a:prstGeom>
            </p:spPr>
            <p:txBody>
              <a:bodyPr anchor="ctr" rtlCol="false" tIns="49653" lIns="49653" bIns="49653" rIns="49653"/>
              <a:lstStyle/>
              <a:p>
                <a:pPr algn="ctr">
                  <a:lnSpc>
                    <a:spcPts val="4199"/>
                  </a:lnSpc>
                </a:pPr>
                <a:r>
                  <a:rPr lang="en-US" sz="2999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Low Stock Alert</a:t>
                </a:r>
              </a:p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items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11324938" y="3559347"/>
              <a:ext cx="4205840" cy="2199481"/>
              <a:chOff x="0" y="0"/>
              <a:chExt cx="503687" cy="26340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503687" cy="263407"/>
              </a:xfrm>
              <a:custGeom>
                <a:avLst/>
                <a:gdLst/>
                <a:ahLst/>
                <a:cxnLst/>
                <a:rect r="r" b="b" t="t" l="l"/>
                <a:pathLst>
                  <a:path h="263407" w="503687">
                    <a:moveTo>
                      <a:pt x="115354" y="0"/>
                    </a:moveTo>
                    <a:lnTo>
                      <a:pt x="388333" y="0"/>
                    </a:lnTo>
                    <a:cubicBezTo>
                      <a:pt x="452041" y="0"/>
                      <a:pt x="503687" y="51646"/>
                      <a:pt x="503687" y="115354"/>
                    </a:cubicBezTo>
                    <a:lnTo>
                      <a:pt x="503687" y="148053"/>
                    </a:lnTo>
                    <a:cubicBezTo>
                      <a:pt x="503687" y="211762"/>
                      <a:pt x="452041" y="263407"/>
                      <a:pt x="388333" y="263407"/>
                    </a:cubicBezTo>
                    <a:lnTo>
                      <a:pt x="115354" y="263407"/>
                    </a:lnTo>
                    <a:cubicBezTo>
                      <a:pt x="51646" y="263407"/>
                      <a:pt x="0" y="211762"/>
                      <a:pt x="0" y="148053"/>
                    </a:cubicBezTo>
                    <a:lnTo>
                      <a:pt x="0" y="115354"/>
                    </a:lnTo>
                    <a:cubicBezTo>
                      <a:pt x="0" y="51646"/>
                      <a:pt x="51646" y="0"/>
                      <a:pt x="115354" y="0"/>
                    </a:cubicBez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503687" cy="311032"/>
              </a:xfrm>
              <a:prstGeom prst="rect">
                <a:avLst/>
              </a:prstGeom>
            </p:spPr>
            <p:txBody>
              <a:bodyPr anchor="ctr" rtlCol="false" tIns="49653" lIns="49653" bIns="49653" rIns="49653"/>
              <a:lstStyle/>
              <a:p>
                <a:pPr algn="ctr">
                  <a:lnSpc>
                    <a:spcPts val="3779"/>
                  </a:lnSpc>
                </a:pPr>
                <a:r>
                  <a:rPr lang="en-US" sz="2699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Total Stock Value</a:t>
                </a:r>
              </a:p>
              <a:p>
                <a:pPr algn="ctr">
                  <a:lnSpc>
                    <a:spcPts val="377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5880618" y="3559347"/>
              <a:ext cx="4021909" cy="2199481"/>
              <a:chOff x="0" y="0"/>
              <a:chExt cx="481659" cy="26340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81659" cy="263407"/>
              </a:xfrm>
              <a:custGeom>
                <a:avLst/>
                <a:gdLst/>
                <a:ahLst/>
                <a:cxnLst/>
                <a:rect r="r" b="b" t="t" l="l"/>
                <a:pathLst>
                  <a:path h="263407" w="481659">
                    <a:moveTo>
                      <a:pt x="120629" y="0"/>
                    </a:moveTo>
                    <a:lnTo>
                      <a:pt x="361030" y="0"/>
                    </a:lnTo>
                    <a:cubicBezTo>
                      <a:pt x="427652" y="0"/>
                      <a:pt x="481659" y="54008"/>
                      <a:pt x="481659" y="120629"/>
                    </a:cubicBezTo>
                    <a:lnTo>
                      <a:pt x="481659" y="142778"/>
                    </a:lnTo>
                    <a:cubicBezTo>
                      <a:pt x="481659" y="209400"/>
                      <a:pt x="427652" y="263407"/>
                      <a:pt x="361030" y="263407"/>
                    </a:cubicBezTo>
                    <a:lnTo>
                      <a:pt x="120629" y="263407"/>
                    </a:lnTo>
                    <a:cubicBezTo>
                      <a:pt x="54008" y="263407"/>
                      <a:pt x="0" y="209400"/>
                      <a:pt x="0" y="142778"/>
                    </a:cubicBezTo>
                    <a:lnTo>
                      <a:pt x="0" y="120629"/>
                    </a:lnTo>
                    <a:cubicBezTo>
                      <a:pt x="0" y="54008"/>
                      <a:pt x="54008" y="0"/>
                      <a:pt x="120629" y="0"/>
                    </a:cubicBez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47625"/>
                <a:ext cx="481659" cy="311032"/>
              </a:xfrm>
              <a:prstGeom prst="rect">
                <a:avLst/>
              </a:prstGeom>
            </p:spPr>
            <p:txBody>
              <a:bodyPr anchor="ctr" rtlCol="false" tIns="49653" lIns="49653" bIns="49653" rIns="49653"/>
              <a:lstStyle/>
              <a:p>
                <a:pPr algn="ctr">
                  <a:lnSpc>
                    <a:spcPts val="4199"/>
                  </a:lnSpc>
                </a:pPr>
                <a:r>
                  <a:rPr lang="en-US" sz="2999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Today’s Sale</a:t>
                </a:r>
              </a:p>
              <a:p>
                <a:pPr algn="ctr">
                  <a:lnSpc>
                    <a:spcPts val="4199"/>
                  </a:lnSpc>
                </a:pPr>
                <a:r>
                  <a:rPr lang="en-US" b="true" sz="2999">
                    <a:solidFill>
                      <a:srgbClr val="9B000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$ 1,524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20225272" y="3559347"/>
              <a:ext cx="4232935" cy="2186781"/>
              <a:chOff x="0" y="0"/>
              <a:chExt cx="506932" cy="261886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506932" cy="261886"/>
              </a:xfrm>
              <a:custGeom>
                <a:avLst/>
                <a:gdLst/>
                <a:ahLst/>
                <a:cxnLst/>
                <a:rect r="r" b="b" t="t" l="l"/>
                <a:pathLst>
                  <a:path h="261886" w="506932">
                    <a:moveTo>
                      <a:pt x="114616" y="0"/>
                    </a:moveTo>
                    <a:lnTo>
                      <a:pt x="392316" y="0"/>
                    </a:lnTo>
                    <a:cubicBezTo>
                      <a:pt x="455616" y="0"/>
                      <a:pt x="506932" y="51315"/>
                      <a:pt x="506932" y="114616"/>
                    </a:cubicBezTo>
                    <a:lnTo>
                      <a:pt x="506932" y="147271"/>
                    </a:lnTo>
                    <a:cubicBezTo>
                      <a:pt x="506932" y="177669"/>
                      <a:pt x="494856" y="206822"/>
                      <a:pt x="473361" y="228316"/>
                    </a:cubicBezTo>
                    <a:cubicBezTo>
                      <a:pt x="451867" y="249811"/>
                      <a:pt x="422714" y="261886"/>
                      <a:pt x="392316" y="261886"/>
                    </a:cubicBezTo>
                    <a:lnTo>
                      <a:pt x="114616" y="261886"/>
                    </a:lnTo>
                    <a:cubicBezTo>
                      <a:pt x="51315" y="261886"/>
                      <a:pt x="0" y="210571"/>
                      <a:pt x="0" y="147271"/>
                    </a:cubicBezTo>
                    <a:lnTo>
                      <a:pt x="0" y="114616"/>
                    </a:lnTo>
                    <a:cubicBezTo>
                      <a:pt x="0" y="51315"/>
                      <a:pt x="51315" y="0"/>
                      <a:pt x="114616" y="0"/>
                    </a:cubicBez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506932" cy="299986"/>
              </a:xfrm>
              <a:prstGeom prst="rect">
                <a:avLst/>
              </a:prstGeom>
            </p:spPr>
            <p:txBody>
              <a:bodyPr anchor="ctr" rtlCol="false" tIns="49653" lIns="49653" bIns="49653" rIns="49653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Order’s to Restock</a:t>
                </a:r>
              </a:p>
              <a:p>
                <a:pPr algn="ctr">
                  <a:lnSpc>
                    <a:spcPts val="3079"/>
                  </a:lnSpc>
                </a:pPr>
                <a:r>
                  <a:rPr lang="en-US" sz="2199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items</a:t>
                </a: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7588653" y="4592413"/>
              <a:ext cx="708842" cy="736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2"/>
                </a:lnSpc>
              </a:pPr>
              <a:r>
                <a:rPr lang="en-US" sz="3323" b="true">
                  <a:solidFill>
                    <a:srgbClr val="A72F2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8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2155198" y="4701723"/>
              <a:ext cx="2361388" cy="748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89"/>
                </a:lnSpc>
              </a:pPr>
              <a:r>
                <a:rPr lang="en-US" sz="3420" b="true">
                  <a:solidFill>
                    <a:srgbClr val="847B4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$35,540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21223590" y="4510664"/>
              <a:ext cx="708842" cy="736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2"/>
                </a:lnSpc>
              </a:pPr>
              <a:r>
                <a:rPr lang="en-US" sz="3323" b="true">
                  <a:solidFill>
                    <a:srgbClr val="847B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</a:t>
              </a:r>
            </a:p>
          </p:txBody>
        </p:sp>
        <p:sp>
          <p:nvSpPr>
            <p:cNvPr name="Freeform 49" id="49"/>
            <p:cNvSpPr/>
            <p:nvPr/>
          </p:nvSpPr>
          <p:spPr>
            <a:xfrm flipH="false" flipV="false" rot="0">
              <a:off x="21456147" y="11554458"/>
              <a:ext cx="3426092" cy="4568123"/>
            </a:xfrm>
            <a:custGeom>
              <a:avLst/>
              <a:gdLst/>
              <a:ahLst/>
              <a:cxnLst/>
              <a:rect r="r" b="b" t="t" l="l"/>
              <a:pathLst>
                <a:path h="4568123" w="3426092">
                  <a:moveTo>
                    <a:pt x="0" y="0"/>
                  </a:moveTo>
                  <a:lnTo>
                    <a:pt x="3426092" y="0"/>
                  </a:lnTo>
                  <a:lnTo>
                    <a:pt x="3426092" y="4568123"/>
                  </a:lnTo>
                  <a:lnTo>
                    <a:pt x="0" y="4568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20125164" y="12328183"/>
              <a:ext cx="2265505" cy="3020674"/>
            </a:xfrm>
            <a:custGeom>
              <a:avLst/>
              <a:gdLst/>
              <a:ahLst/>
              <a:cxnLst/>
              <a:rect r="r" b="b" t="t" l="l"/>
              <a:pathLst>
                <a:path h="3020674" w="2265505">
                  <a:moveTo>
                    <a:pt x="0" y="0"/>
                  </a:moveTo>
                  <a:lnTo>
                    <a:pt x="2265505" y="0"/>
                  </a:lnTo>
                  <a:lnTo>
                    <a:pt x="2265505" y="3020673"/>
                  </a:lnTo>
                  <a:lnTo>
                    <a:pt x="0" y="3020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21797593" y="13152719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21350806" y="13392773"/>
              <a:ext cx="1263744" cy="770576"/>
            </a:xfrm>
            <a:custGeom>
              <a:avLst/>
              <a:gdLst/>
              <a:ahLst/>
              <a:cxnLst/>
              <a:rect r="r" b="b" t="t" l="l"/>
              <a:pathLst>
                <a:path h="770576" w="1263744">
                  <a:moveTo>
                    <a:pt x="0" y="0"/>
                  </a:moveTo>
                  <a:lnTo>
                    <a:pt x="1263744" y="0"/>
                  </a:lnTo>
                  <a:lnTo>
                    <a:pt x="1263744" y="770576"/>
                  </a:lnTo>
                  <a:lnTo>
                    <a:pt x="0" y="770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 rot="0">
              <a:off x="4461370" y="1945948"/>
              <a:ext cx="8422552" cy="855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02"/>
                </a:lnSpc>
              </a:pPr>
              <a:r>
                <a:rPr lang="en-US" sz="385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Welcome to Stock Pilot!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C3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3792216" y="3792216"/>
            <a:ext cx="10287000" cy="2702567"/>
            <a:chOff x="0" y="0"/>
            <a:chExt cx="1605531" cy="421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5531" cy="421800"/>
            </a:xfrm>
            <a:custGeom>
              <a:avLst/>
              <a:gdLst/>
              <a:ahLst/>
              <a:cxnLst/>
              <a:rect r="r" b="b" t="t" l="l"/>
              <a:pathLst>
                <a:path h="421800" w="1605531">
                  <a:moveTo>
                    <a:pt x="0" y="0"/>
                  </a:moveTo>
                  <a:lnTo>
                    <a:pt x="1605531" y="0"/>
                  </a:lnTo>
                  <a:lnTo>
                    <a:pt x="1605531" y="421800"/>
                  </a:lnTo>
                  <a:lnTo>
                    <a:pt x="0" y="421800"/>
                  </a:lnTo>
                  <a:close/>
                </a:path>
              </a:pathLst>
            </a:custGeom>
            <a:solidFill>
              <a:srgbClr val="847B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05531" cy="45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73679" y="-610698"/>
            <a:ext cx="19165589" cy="12491825"/>
            <a:chOff x="0" y="0"/>
            <a:chExt cx="25554119" cy="1665576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4101662" y="1200183"/>
              <a:ext cx="20780577" cy="1760260"/>
              <a:chOff x="0" y="0"/>
              <a:chExt cx="4104805" cy="34770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104805" cy="347706"/>
              </a:xfrm>
              <a:custGeom>
                <a:avLst/>
                <a:gdLst/>
                <a:ahLst/>
                <a:cxnLst/>
                <a:rect r="r" b="b" t="t" l="l"/>
                <a:pathLst>
                  <a:path h="347706" w="4104805">
                    <a:moveTo>
                      <a:pt x="0" y="0"/>
                    </a:moveTo>
                    <a:lnTo>
                      <a:pt x="4104805" y="0"/>
                    </a:lnTo>
                    <a:lnTo>
                      <a:pt x="4104805" y="347706"/>
                    </a:lnTo>
                    <a:lnTo>
                      <a:pt x="0" y="347706"/>
                    </a:ln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104805" cy="3858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6152" y="814263"/>
              <a:ext cx="8566495" cy="771838"/>
            </a:xfrm>
            <a:custGeom>
              <a:avLst/>
              <a:gdLst/>
              <a:ahLst/>
              <a:cxnLst/>
              <a:rect r="r" b="b" t="t" l="l"/>
              <a:pathLst>
                <a:path h="771838" w="8566495">
                  <a:moveTo>
                    <a:pt x="0" y="0"/>
                  </a:moveTo>
                  <a:lnTo>
                    <a:pt x="8566494" y="0"/>
                  </a:lnTo>
                  <a:lnTo>
                    <a:pt x="8566494" y="771839"/>
                  </a:lnTo>
                  <a:lnTo>
                    <a:pt x="0" y="77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3620" r="0" b="-111308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23912" y="814263"/>
              <a:ext cx="8566495" cy="771838"/>
            </a:xfrm>
            <a:custGeom>
              <a:avLst/>
              <a:gdLst/>
              <a:ahLst/>
              <a:cxnLst/>
              <a:rect r="r" b="b" t="t" l="l"/>
              <a:pathLst>
                <a:path h="771838" w="8566495">
                  <a:moveTo>
                    <a:pt x="0" y="0"/>
                  </a:moveTo>
                  <a:lnTo>
                    <a:pt x="8566495" y="0"/>
                  </a:lnTo>
                  <a:lnTo>
                    <a:pt x="8566495" y="771839"/>
                  </a:lnTo>
                  <a:lnTo>
                    <a:pt x="0" y="77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3620" r="0" b="-111308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3437534" y="814263"/>
              <a:ext cx="8566495" cy="771838"/>
            </a:xfrm>
            <a:custGeom>
              <a:avLst/>
              <a:gdLst/>
              <a:ahLst/>
              <a:cxnLst/>
              <a:rect r="r" b="b" t="t" l="l"/>
              <a:pathLst>
                <a:path h="771838" w="8566495">
                  <a:moveTo>
                    <a:pt x="0" y="0"/>
                  </a:moveTo>
                  <a:lnTo>
                    <a:pt x="8566495" y="0"/>
                  </a:lnTo>
                  <a:lnTo>
                    <a:pt x="8566495" y="771839"/>
                  </a:lnTo>
                  <a:lnTo>
                    <a:pt x="0" y="77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3620" r="0" b="-111308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6987624" y="814263"/>
              <a:ext cx="8566495" cy="771838"/>
            </a:xfrm>
            <a:custGeom>
              <a:avLst/>
              <a:gdLst/>
              <a:ahLst/>
              <a:cxnLst/>
              <a:rect r="r" b="b" t="t" l="l"/>
              <a:pathLst>
                <a:path h="771838" w="8566495">
                  <a:moveTo>
                    <a:pt x="0" y="0"/>
                  </a:moveTo>
                  <a:lnTo>
                    <a:pt x="8566495" y="0"/>
                  </a:lnTo>
                  <a:lnTo>
                    <a:pt x="8566495" y="771839"/>
                  </a:lnTo>
                  <a:lnTo>
                    <a:pt x="0" y="77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3620" r="0" b="-111308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9131060" y="0"/>
              <a:ext cx="6056868" cy="5189765"/>
            </a:xfrm>
            <a:custGeom>
              <a:avLst/>
              <a:gdLst/>
              <a:ahLst/>
              <a:cxnLst/>
              <a:rect r="r" b="b" t="t" l="l"/>
              <a:pathLst>
                <a:path h="5189765" w="6056868">
                  <a:moveTo>
                    <a:pt x="0" y="0"/>
                  </a:moveTo>
                  <a:lnTo>
                    <a:pt x="6056868" y="0"/>
                  </a:lnTo>
                  <a:lnTo>
                    <a:pt x="6056868" y="5189765"/>
                  </a:lnTo>
                  <a:lnTo>
                    <a:pt x="0" y="5189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353" r="0" b="-8353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6615246" y="6723112"/>
              <a:ext cx="11105535" cy="6639842"/>
              <a:chOff x="0" y="0"/>
              <a:chExt cx="1299962" cy="77722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299962" cy="777229"/>
              </a:xfrm>
              <a:custGeom>
                <a:avLst/>
                <a:gdLst/>
                <a:ahLst/>
                <a:cxnLst/>
                <a:rect r="r" b="b" t="t" l="l"/>
                <a:pathLst>
                  <a:path h="777229" w="1299962">
                    <a:moveTo>
                      <a:pt x="43686" y="0"/>
                    </a:moveTo>
                    <a:lnTo>
                      <a:pt x="1256276" y="0"/>
                    </a:lnTo>
                    <a:cubicBezTo>
                      <a:pt x="1280403" y="0"/>
                      <a:pt x="1299962" y="19559"/>
                      <a:pt x="1299962" y="43686"/>
                    </a:cubicBezTo>
                    <a:lnTo>
                      <a:pt x="1299962" y="733543"/>
                    </a:lnTo>
                    <a:cubicBezTo>
                      <a:pt x="1299962" y="757670"/>
                      <a:pt x="1280403" y="777229"/>
                      <a:pt x="1256276" y="777229"/>
                    </a:cubicBezTo>
                    <a:lnTo>
                      <a:pt x="43686" y="777229"/>
                    </a:lnTo>
                    <a:cubicBezTo>
                      <a:pt x="19559" y="777229"/>
                      <a:pt x="0" y="757670"/>
                      <a:pt x="0" y="733543"/>
                    </a:cubicBezTo>
                    <a:lnTo>
                      <a:pt x="0" y="43686"/>
                    </a:lnTo>
                    <a:cubicBezTo>
                      <a:pt x="0" y="19559"/>
                      <a:pt x="19559" y="0"/>
                      <a:pt x="43686" y="0"/>
                    </a:cubicBez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1299962" cy="8248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</a:pPr>
                <a:r>
                  <a:rPr lang="en-US" sz="2999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Inventory usages by month</a:t>
                </a:r>
              </a:p>
              <a:p>
                <a:pPr algn="ctr">
                  <a:lnSpc>
                    <a:spcPts val="4199"/>
                  </a:lnSpc>
                </a:pPr>
              </a:p>
              <a:p>
                <a:pPr algn="ctr">
                  <a:lnSpc>
                    <a:spcPts val="4199"/>
                  </a:lnSpc>
                </a:pPr>
              </a:p>
              <a:p>
                <a:pPr algn="ctr">
                  <a:lnSpc>
                    <a:spcPts val="4199"/>
                  </a:lnSpc>
                </a:pPr>
              </a:p>
              <a:p>
                <a:pPr algn="ctr">
                  <a:lnSpc>
                    <a:spcPts val="4199"/>
                  </a:lnSpc>
                </a:pPr>
              </a:p>
              <a:p>
                <a:pPr algn="ctr">
                  <a:lnSpc>
                    <a:spcPts val="4199"/>
                  </a:lnSpc>
                </a:pPr>
              </a:p>
              <a:p>
                <a:pPr algn="ctr">
                  <a:lnSpc>
                    <a:spcPts val="4199"/>
                  </a:lnSpc>
                </a:pPr>
              </a:p>
              <a:p>
                <a:pPr algn="ctr">
                  <a:lnSpc>
                    <a:spcPts val="4199"/>
                  </a:lnSpc>
                </a:pPr>
              </a:p>
              <a:p>
                <a:pPr algn="ctr">
                  <a:lnSpc>
                    <a:spcPts val="4199"/>
                  </a:lnSpc>
                </a:pPr>
              </a:p>
            </p:txBody>
          </p:sp>
        </p:grpSp>
        <p:pic>
          <p:nvPicPr>
            <p:cNvPr name="Picture 17" id="17"/>
            <p:cNvPicPr>
              <a:picLocks noChangeAspect="true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0">
              <a:off x="6531472" y="6776770"/>
              <a:ext cx="11406712" cy="6974980"/>
            </a:xfrm>
            <a:prstGeom prst="rect">
              <a:avLst/>
            </a:prstGeom>
          </p:spPr>
        </p:pic>
        <p:grpSp>
          <p:nvGrpSpPr>
            <p:cNvPr name="Group 18" id="18"/>
            <p:cNvGrpSpPr/>
            <p:nvPr/>
          </p:nvGrpSpPr>
          <p:grpSpPr>
            <a:xfrm rot="0">
              <a:off x="18286007" y="6723112"/>
              <a:ext cx="6172200" cy="6639842"/>
              <a:chOff x="0" y="0"/>
              <a:chExt cx="722489" cy="77722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22489" cy="777229"/>
              </a:xfrm>
              <a:custGeom>
                <a:avLst/>
                <a:gdLst/>
                <a:ahLst/>
                <a:cxnLst/>
                <a:rect r="r" b="b" t="t" l="l"/>
                <a:pathLst>
                  <a:path h="777229" w="722489">
                    <a:moveTo>
                      <a:pt x="78604" y="0"/>
                    </a:moveTo>
                    <a:lnTo>
                      <a:pt x="643885" y="0"/>
                    </a:lnTo>
                    <a:cubicBezTo>
                      <a:pt x="687297" y="0"/>
                      <a:pt x="722489" y="35192"/>
                      <a:pt x="722489" y="78604"/>
                    </a:cubicBezTo>
                    <a:lnTo>
                      <a:pt x="722489" y="698625"/>
                    </a:lnTo>
                    <a:cubicBezTo>
                      <a:pt x="722489" y="719472"/>
                      <a:pt x="714207" y="739465"/>
                      <a:pt x="699466" y="754206"/>
                    </a:cubicBezTo>
                    <a:cubicBezTo>
                      <a:pt x="684725" y="768947"/>
                      <a:pt x="664732" y="777229"/>
                      <a:pt x="643885" y="777229"/>
                    </a:cubicBezTo>
                    <a:lnTo>
                      <a:pt x="78604" y="777229"/>
                    </a:lnTo>
                    <a:cubicBezTo>
                      <a:pt x="35192" y="777229"/>
                      <a:pt x="0" y="742037"/>
                      <a:pt x="0" y="698625"/>
                    </a:cubicBezTo>
                    <a:lnTo>
                      <a:pt x="0" y="78604"/>
                    </a:lnTo>
                    <a:cubicBezTo>
                      <a:pt x="0" y="57757"/>
                      <a:pt x="8281" y="37764"/>
                      <a:pt x="23023" y="23023"/>
                    </a:cubicBezTo>
                    <a:cubicBezTo>
                      <a:pt x="37764" y="8281"/>
                      <a:pt x="57757" y="0"/>
                      <a:pt x="78604" y="0"/>
                    </a:cubicBez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722489" cy="8248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  <a:r>
                  <a:rPr lang="en-US" sz="2699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Items to Restock</a:t>
                </a:r>
              </a:p>
              <a:p>
                <a:pPr algn="ctr">
                  <a:lnSpc>
                    <a:spcPts val="3779"/>
                  </a:lnSpc>
                </a:pPr>
              </a:p>
              <a:p>
                <a:pPr algn="l" marL="582925" indent="-291463" lvl="1">
                  <a:lnSpc>
                    <a:spcPts val="3779"/>
                  </a:lnSpc>
                  <a:buFont typeface="Arial"/>
                  <a:buChar char="•"/>
                </a:pPr>
                <a:r>
                  <a:rPr lang="en-US" sz="2699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Cheese (Mozerella)</a:t>
                </a:r>
              </a:p>
              <a:p>
                <a:pPr algn="l" marL="582925" indent="-291463" lvl="1">
                  <a:lnSpc>
                    <a:spcPts val="3779"/>
                  </a:lnSpc>
                  <a:buFont typeface="Arial"/>
                  <a:buChar char="•"/>
                </a:pPr>
                <a:r>
                  <a:rPr lang="en-US" sz="2699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Tomato sauce</a:t>
                </a:r>
              </a:p>
              <a:p>
                <a:pPr algn="l" marL="582925" indent="-291463" lvl="1">
                  <a:lnSpc>
                    <a:spcPts val="3779"/>
                  </a:lnSpc>
                  <a:buFont typeface="Arial"/>
                  <a:buChar char="•"/>
                </a:pPr>
                <a:r>
                  <a:rPr lang="en-US" sz="2699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Olive oil</a:t>
                </a:r>
              </a:p>
              <a:p>
                <a:pPr algn="l" marL="582925" indent="-291463" lvl="1">
                  <a:lnSpc>
                    <a:spcPts val="3779"/>
                  </a:lnSpc>
                  <a:buFont typeface="Arial"/>
                  <a:buChar char="•"/>
                </a:pPr>
                <a:r>
                  <a:rPr lang="en-US" sz="2699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Sausage</a:t>
                </a:r>
              </a:p>
              <a:p>
                <a:pPr algn="l" marL="582925" indent="-291463" lvl="1">
                  <a:lnSpc>
                    <a:spcPts val="3779"/>
                  </a:lnSpc>
                  <a:buFont typeface="Arial"/>
                  <a:buChar char="•"/>
                </a:pPr>
                <a:r>
                  <a:rPr lang="en-US" sz="2699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Basil</a:t>
                </a:r>
              </a:p>
              <a:p>
                <a:pPr algn="l" marL="582925" indent="-291463" lvl="1">
                  <a:lnSpc>
                    <a:spcPts val="3779"/>
                  </a:lnSpc>
                  <a:buFont typeface="Arial"/>
                  <a:buChar char="•"/>
                </a:pPr>
                <a:r>
                  <a:rPr lang="en-US" sz="2699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Flour</a:t>
                </a:r>
              </a:p>
              <a:p>
                <a:pPr algn="l">
                  <a:lnSpc>
                    <a:spcPts val="377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547461" y="3982893"/>
              <a:ext cx="3258594" cy="925057"/>
              <a:chOff x="0" y="0"/>
              <a:chExt cx="381436" cy="10828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81436" cy="108283"/>
              </a:xfrm>
              <a:custGeom>
                <a:avLst/>
                <a:gdLst/>
                <a:ahLst/>
                <a:cxnLst/>
                <a:rect r="r" b="b" t="t" l="l"/>
                <a:pathLst>
                  <a:path h="108283" w="381436">
                    <a:moveTo>
                      <a:pt x="54141" y="0"/>
                    </a:moveTo>
                    <a:lnTo>
                      <a:pt x="327294" y="0"/>
                    </a:lnTo>
                    <a:cubicBezTo>
                      <a:pt x="357196" y="0"/>
                      <a:pt x="381436" y="24240"/>
                      <a:pt x="381436" y="54141"/>
                    </a:cubicBezTo>
                    <a:lnTo>
                      <a:pt x="381436" y="54141"/>
                    </a:lnTo>
                    <a:cubicBezTo>
                      <a:pt x="381436" y="68501"/>
                      <a:pt x="375732" y="82272"/>
                      <a:pt x="365578" y="92425"/>
                    </a:cubicBezTo>
                    <a:cubicBezTo>
                      <a:pt x="355425" y="102579"/>
                      <a:pt x="341654" y="108283"/>
                      <a:pt x="327294" y="108283"/>
                    </a:cubicBezTo>
                    <a:lnTo>
                      <a:pt x="54141" y="108283"/>
                    </a:lnTo>
                    <a:cubicBezTo>
                      <a:pt x="39782" y="108283"/>
                      <a:pt x="26011" y="102579"/>
                      <a:pt x="15858" y="92425"/>
                    </a:cubicBezTo>
                    <a:cubicBezTo>
                      <a:pt x="5704" y="82272"/>
                      <a:pt x="0" y="68501"/>
                      <a:pt x="0" y="54141"/>
                    </a:cubicBezTo>
                    <a:lnTo>
                      <a:pt x="0" y="54141"/>
                    </a:lnTo>
                    <a:cubicBezTo>
                      <a:pt x="0" y="39782"/>
                      <a:pt x="5704" y="26011"/>
                      <a:pt x="15858" y="15858"/>
                    </a:cubicBezTo>
                    <a:cubicBezTo>
                      <a:pt x="26011" y="5704"/>
                      <a:pt x="39782" y="0"/>
                      <a:pt x="54141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381436" cy="1463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983590" y="4155488"/>
              <a:ext cx="440699" cy="579867"/>
            </a:xfrm>
            <a:custGeom>
              <a:avLst/>
              <a:gdLst/>
              <a:ahLst/>
              <a:cxnLst/>
              <a:rect r="r" b="b" t="t" l="l"/>
              <a:pathLst>
                <a:path h="579867" w="440699">
                  <a:moveTo>
                    <a:pt x="0" y="0"/>
                  </a:moveTo>
                  <a:lnTo>
                    <a:pt x="440699" y="0"/>
                  </a:lnTo>
                  <a:lnTo>
                    <a:pt x="440699" y="579867"/>
                  </a:lnTo>
                  <a:lnTo>
                    <a:pt x="0" y="579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577959" y="4148029"/>
              <a:ext cx="1877060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Inventory</a:t>
              </a:r>
            </a:p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1419800" y="5624078"/>
              <a:ext cx="402307" cy="423887"/>
            </a:xfrm>
            <a:custGeom>
              <a:avLst/>
              <a:gdLst/>
              <a:ahLst/>
              <a:cxnLst/>
              <a:rect r="r" b="b" t="t" l="l"/>
              <a:pathLst>
                <a:path h="423887" w="402307">
                  <a:moveTo>
                    <a:pt x="0" y="0"/>
                  </a:moveTo>
                  <a:lnTo>
                    <a:pt x="402307" y="0"/>
                  </a:lnTo>
                  <a:lnTo>
                    <a:pt x="402307" y="423887"/>
                  </a:lnTo>
                  <a:lnTo>
                    <a:pt x="0" y="423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005190" y="5538630"/>
              <a:ext cx="1013619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Sales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670654" y="7051208"/>
              <a:ext cx="412115" cy="499533"/>
            </a:xfrm>
            <a:custGeom>
              <a:avLst/>
              <a:gdLst/>
              <a:ahLst/>
              <a:cxnLst/>
              <a:rect r="r" b="b" t="t" l="l"/>
              <a:pathLst>
                <a:path h="499533" w="412115">
                  <a:moveTo>
                    <a:pt x="0" y="0"/>
                  </a:moveTo>
                  <a:lnTo>
                    <a:pt x="412115" y="0"/>
                  </a:lnTo>
                  <a:lnTo>
                    <a:pt x="412115" y="499534"/>
                  </a:lnTo>
                  <a:lnTo>
                    <a:pt x="0" y="499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1127466" y="6940083"/>
              <a:ext cx="2640489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Order history</a:t>
              </a:r>
            </a:p>
          </p:txBody>
        </p:sp>
        <p:sp>
          <p:nvSpPr>
            <p:cNvPr name="Freeform 30" id="30"/>
            <p:cNvSpPr/>
            <p:nvPr/>
          </p:nvSpPr>
          <p:spPr>
            <a:xfrm flipH="false" flipV="false" rot="0">
              <a:off x="670654" y="7672263"/>
              <a:ext cx="4930489" cy="5940348"/>
            </a:xfrm>
            <a:custGeom>
              <a:avLst/>
              <a:gdLst/>
              <a:ahLst/>
              <a:cxnLst/>
              <a:rect r="r" b="b" t="t" l="l"/>
              <a:pathLst>
                <a:path h="5940348" w="4930489">
                  <a:moveTo>
                    <a:pt x="0" y="0"/>
                  </a:moveTo>
                  <a:lnTo>
                    <a:pt x="4930489" y="0"/>
                  </a:lnTo>
                  <a:lnTo>
                    <a:pt x="4930489" y="5940348"/>
                  </a:lnTo>
                  <a:lnTo>
                    <a:pt x="0" y="5940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8452442"/>
              <a:ext cx="8203325" cy="8203325"/>
            </a:xfrm>
            <a:custGeom>
              <a:avLst/>
              <a:gdLst/>
              <a:ahLst/>
              <a:cxnLst/>
              <a:rect r="r" b="b" t="t" l="l"/>
              <a:pathLst>
                <a:path h="8203325" w="8203325">
                  <a:moveTo>
                    <a:pt x="0" y="0"/>
                  </a:moveTo>
                  <a:lnTo>
                    <a:pt x="8203325" y="0"/>
                  </a:lnTo>
                  <a:lnTo>
                    <a:pt x="8203325" y="8203324"/>
                  </a:lnTo>
                  <a:lnTo>
                    <a:pt x="0" y="8203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grpSp>
          <p:nvGrpSpPr>
            <p:cNvPr name="Group 32" id="32"/>
            <p:cNvGrpSpPr/>
            <p:nvPr/>
          </p:nvGrpSpPr>
          <p:grpSpPr>
            <a:xfrm rot="0">
              <a:off x="6769257" y="3559347"/>
              <a:ext cx="4232115" cy="2199481"/>
              <a:chOff x="0" y="0"/>
              <a:chExt cx="506833" cy="263407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506833" cy="263407"/>
              </a:xfrm>
              <a:custGeom>
                <a:avLst/>
                <a:gdLst/>
                <a:ahLst/>
                <a:cxnLst/>
                <a:rect r="r" b="b" t="t" l="l"/>
                <a:pathLst>
                  <a:path h="263407" w="506833">
                    <a:moveTo>
                      <a:pt x="114638" y="0"/>
                    </a:moveTo>
                    <a:lnTo>
                      <a:pt x="392196" y="0"/>
                    </a:lnTo>
                    <a:cubicBezTo>
                      <a:pt x="422599" y="0"/>
                      <a:pt x="451758" y="12078"/>
                      <a:pt x="473257" y="33577"/>
                    </a:cubicBezTo>
                    <a:cubicBezTo>
                      <a:pt x="494756" y="55075"/>
                      <a:pt x="506833" y="84234"/>
                      <a:pt x="506833" y="114638"/>
                    </a:cubicBezTo>
                    <a:lnTo>
                      <a:pt x="506833" y="148770"/>
                    </a:lnTo>
                    <a:cubicBezTo>
                      <a:pt x="506833" y="179173"/>
                      <a:pt x="494756" y="208332"/>
                      <a:pt x="473257" y="229831"/>
                    </a:cubicBezTo>
                    <a:cubicBezTo>
                      <a:pt x="451758" y="251330"/>
                      <a:pt x="422599" y="263407"/>
                      <a:pt x="392196" y="263407"/>
                    </a:cubicBezTo>
                    <a:lnTo>
                      <a:pt x="114638" y="263407"/>
                    </a:lnTo>
                    <a:cubicBezTo>
                      <a:pt x="84234" y="263407"/>
                      <a:pt x="55075" y="251330"/>
                      <a:pt x="33577" y="229831"/>
                    </a:cubicBezTo>
                    <a:cubicBezTo>
                      <a:pt x="12078" y="208332"/>
                      <a:pt x="0" y="179173"/>
                      <a:pt x="0" y="148770"/>
                    </a:cubicBezTo>
                    <a:lnTo>
                      <a:pt x="0" y="114638"/>
                    </a:lnTo>
                    <a:cubicBezTo>
                      <a:pt x="0" y="84234"/>
                      <a:pt x="12078" y="55075"/>
                      <a:pt x="33577" y="33577"/>
                    </a:cubicBezTo>
                    <a:cubicBezTo>
                      <a:pt x="55075" y="12078"/>
                      <a:pt x="84234" y="0"/>
                      <a:pt x="114638" y="0"/>
                    </a:cubicBez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47625"/>
                <a:ext cx="506833" cy="311032"/>
              </a:xfrm>
              <a:prstGeom prst="rect">
                <a:avLst/>
              </a:prstGeom>
            </p:spPr>
            <p:txBody>
              <a:bodyPr anchor="ctr" rtlCol="false" tIns="49653" lIns="49653" bIns="49653" rIns="49653"/>
              <a:lstStyle/>
              <a:p>
                <a:pPr algn="ctr">
                  <a:lnSpc>
                    <a:spcPts val="4199"/>
                  </a:lnSpc>
                </a:pPr>
                <a:r>
                  <a:rPr lang="en-US" sz="2999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Total Items </a:t>
                </a:r>
              </a:p>
              <a:p>
                <a:pPr algn="ctr">
                  <a:lnSpc>
                    <a:spcPts val="4199"/>
                  </a:lnSpc>
                </a:pPr>
                <a:r>
                  <a:rPr lang="en-US" b="true" sz="2999">
                    <a:solidFill>
                      <a:srgbClr val="00000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128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1324938" y="3559347"/>
              <a:ext cx="4205840" cy="2199481"/>
              <a:chOff x="0" y="0"/>
              <a:chExt cx="503687" cy="263407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03687" cy="263407"/>
              </a:xfrm>
              <a:custGeom>
                <a:avLst/>
                <a:gdLst/>
                <a:ahLst/>
                <a:cxnLst/>
                <a:rect r="r" b="b" t="t" l="l"/>
                <a:pathLst>
                  <a:path h="263407" w="503687">
                    <a:moveTo>
                      <a:pt x="115354" y="0"/>
                    </a:moveTo>
                    <a:lnTo>
                      <a:pt x="388333" y="0"/>
                    </a:lnTo>
                    <a:cubicBezTo>
                      <a:pt x="452041" y="0"/>
                      <a:pt x="503687" y="51646"/>
                      <a:pt x="503687" y="115354"/>
                    </a:cubicBezTo>
                    <a:lnTo>
                      <a:pt x="503687" y="148053"/>
                    </a:lnTo>
                    <a:cubicBezTo>
                      <a:pt x="503687" y="211762"/>
                      <a:pt x="452041" y="263407"/>
                      <a:pt x="388333" y="263407"/>
                    </a:cubicBezTo>
                    <a:lnTo>
                      <a:pt x="115354" y="263407"/>
                    </a:lnTo>
                    <a:cubicBezTo>
                      <a:pt x="51646" y="263407"/>
                      <a:pt x="0" y="211762"/>
                      <a:pt x="0" y="148053"/>
                    </a:cubicBezTo>
                    <a:lnTo>
                      <a:pt x="0" y="115354"/>
                    </a:lnTo>
                    <a:cubicBezTo>
                      <a:pt x="0" y="51646"/>
                      <a:pt x="51646" y="0"/>
                      <a:pt x="115354" y="0"/>
                    </a:cubicBez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503687" cy="311032"/>
              </a:xfrm>
              <a:prstGeom prst="rect">
                <a:avLst/>
              </a:prstGeom>
            </p:spPr>
            <p:txBody>
              <a:bodyPr anchor="ctr" rtlCol="false" tIns="49653" lIns="49653" bIns="49653" rIns="49653"/>
              <a:lstStyle/>
              <a:p>
                <a:pPr algn="ctr">
                  <a:lnSpc>
                    <a:spcPts val="4059"/>
                  </a:lnSpc>
                </a:pPr>
                <a:r>
                  <a:rPr lang="en-US" sz="2899" b="true">
                    <a:solidFill>
                      <a:srgbClr val="847B4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Low Stock Alert</a:t>
                </a:r>
              </a:p>
              <a:p>
                <a:pPr algn="ctr">
                  <a:lnSpc>
                    <a:spcPts val="3779"/>
                  </a:lnSpc>
                </a:pPr>
                <a:r>
                  <a:rPr lang="en-US" sz="2699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alerts</a:t>
                </a: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5880618" y="3559347"/>
              <a:ext cx="4021909" cy="2199481"/>
              <a:chOff x="0" y="0"/>
              <a:chExt cx="481659" cy="263407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81659" cy="263407"/>
              </a:xfrm>
              <a:custGeom>
                <a:avLst/>
                <a:gdLst/>
                <a:ahLst/>
                <a:cxnLst/>
                <a:rect r="r" b="b" t="t" l="l"/>
                <a:pathLst>
                  <a:path h="263407" w="481659">
                    <a:moveTo>
                      <a:pt x="120629" y="0"/>
                    </a:moveTo>
                    <a:lnTo>
                      <a:pt x="361030" y="0"/>
                    </a:lnTo>
                    <a:cubicBezTo>
                      <a:pt x="427652" y="0"/>
                      <a:pt x="481659" y="54008"/>
                      <a:pt x="481659" y="120629"/>
                    </a:cubicBezTo>
                    <a:lnTo>
                      <a:pt x="481659" y="142778"/>
                    </a:lnTo>
                    <a:cubicBezTo>
                      <a:pt x="481659" y="209400"/>
                      <a:pt x="427652" y="263407"/>
                      <a:pt x="361030" y="263407"/>
                    </a:cubicBezTo>
                    <a:lnTo>
                      <a:pt x="120629" y="263407"/>
                    </a:lnTo>
                    <a:cubicBezTo>
                      <a:pt x="54008" y="263407"/>
                      <a:pt x="0" y="209400"/>
                      <a:pt x="0" y="142778"/>
                    </a:cubicBezTo>
                    <a:lnTo>
                      <a:pt x="0" y="120629"/>
                    </a:lnTo>
                    <a:cubicBezTo>
                      <a:pt x="0" y="54008"/>
                      <a:pt x="54008" y="0"/>
                      <a:pt x="120629" y="0"/>
                    </a:cubicBez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47625"/>
                <a:ext cx="481659" cy="311032"/>
              </a:xfrm>
              <a:prstGeom prst="rect">
                <a:avLst/>
              </a:prstGeom>
            </p:spPr>
            <p:txBody>
              <a:bodyPr anchor="ctr" rtlCol="false" tIns="49653" lIns="49653" bIns="49653" rIns="49653"/>
              <a:lstStyle/>
              <a:p>
                <a:pPr algn="ctr">
                  <a:lnSpc>
                    <a:spcPts val="4199"/>
                  </a:lnSpc>
                </a:pPr>
                <a:r>
                  <a:rPr lang="en-US" sz="2999" b="true">
                    <a:solidFill>
                      <a:srgbClr val="9B000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Out of stock</a:t>
                </a:r>
              </a:p>
              <a:p>
                <a:pPr algn="ctr">
                  <a:lnSpc>
                    <a:spcPts val="4199"/>
                  </a:lnSpc>
                </a:pPr>
                <a:r>
                  <a:rPr lang="en-US" sz="2999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items</a:t>
                </a: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20225272" y="3559347"/>
              <a:ext cx="4232935" cy="2186781"/>
              <a:chOff x="0" y="0"/>
              <a:chExt cx="506932" cy="261886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506932" cy="261886"/>
              </a:xfrm>
              <a:custGeom>
                <a:avLst/>
                <a:gdLst/>
                <a:ahLst/>
                <a:cxnLst/>
                <a:rect r="r" b="b" t="t" l="l"/>
                <a:pathLst>
                  <a:path h="261886" w="506932">
                    <a:moveTo>
                      <a:pt x="114616" y="0"/>
                    </a:moveTo>
                    <a:lnTo>
                      <a:pt x="392316" y="0"/>
                    </a:lnTo>
                    <a:cubicBezTo>
                      <a:pt x="455616" y="0"/>
                      <a:pt x="506932" y="51315"/>
                      <a:pt x="506932" y="114616"/>
                    </a:cubicBezTo>
                    <a:lnTo>
                      <a:pt x="506932" y="147271"/>
                    </a:lnTo>
                    <a:cubicBezTo>
                      <a:pt x="506932" y="177669"/>
                      <a:pt x="494856" y="206822"/>
                      <a:pt x="473361" y="228316"/>
                    </a:cubicBezTo>
                    <a:cubicBezTo>
                      <a:pt x="451867" y="249811"/>
                      <a:pt x="422714" y="261886"/>
                      <a:pt x="392316" y="261886"/>
                    </a:cubicBezTo>
                    <a:lnTo>
                      <a:pt x="114616" y="261886"/>
                    </a:lnTo>
                    <a:cubicBezTo>
                      <a:pt x="51315" y="261886"/>
                      <a:pt x="0" y="210571"/>
                      <a:pt x="0" y="147271"/>
                    </a:cubicBezTo>
                    <a:lnTo>
                      <a:pt x="0" y="114616"/>
                    </a:lnTo>
                    <a:cubicBezTo>
                      <a:pt x="0" y="51315"/>
                      <a:pt x="51315" y="0"/>
                      <a:pt x="114616" y="0"/>
                    </a:cubicBez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506932" cy="299986"/>
              </a:xfrm>
              <a:prstGeom prst="rect">
                <a:avLst/>
              </a:prstGeom>
            </p:spPr>
            <p:txBody>
              <a:bodyPr anchor="ctr" rtlCol="false" tIns="49653" lIns="49653" bIns="49653" rIns="49653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Order’s to Deliver</a:t>
                </a:r>
              </a:p>
              <a:p>
                <a:pPr algn="ctr">
                  <a:lnSpc>
                    <a:spcPts val="3079"/>
                  </a:lnSpc>
                </a:pPr>
                <a:r>
                  <a:rPr lang="en-US" sz="2199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orders</a:t>
                </a:r>
              </a:p>
            </p:txBody>
          </p:sp>
        </p:grpSp>
        <p:sp>
          <p:nvSpPr>
            <p:cNvPr name="Freeform 44" id="44"/>
            <p:cNvSpPr/>
            <p:nvPr/>
          </p:nvSpPr>
          <p:spPr>
            <a:xfrm flipH="false" flipV="false" rot="0">
              <a:off x="21456147" y="11554458"/>
              <a:ext cx="3426092" cy="4568123"/>
            </a:xfrm>
            <a:custGeom>
              <a:avLst/>
              <a:gdLst/>
              <a:ahLst/>
              <a:cxnLst/>
              <a:rect r="r" b="b" t="t" l="l"/>
              <a:pathLst>
                <a:path h="4568123" w="3426092">
                  <a:moveTo>
                    <a:pt x="0" y="0"/>
                  </a:moveTo>
                  <a:lnTo>
                    <a:pt x="3426092" y="0"/>
                  </a:lnTo>
                  <a:lnTo>
                    <a:pt x="3426092" y="4568123"/>
                  </a:lnTo>
                  <a:lnTo>
                    <a:pt x="0" y="4568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20125164" y="12328183"/>
              <a:ext cx="2265505" cy="3020674"/>
            </a:xfrm>
            <a:custGeom>
              <a:avLst/>
              <a:gdLst/>
              <a:ahLst/>
              <a:cxnLst/>
              <a:rect r="r" b="b" t="t" l="l"/>
              <a:pathLst>
                <a:path h="3020674" w="2265505">
                  <a:moveTo>
                    <a:pt x="0" y="0"/>
                  </a:moveTo>
                  <a:lnTo>
                    <a:pt x="2265505" y="0"/>
                  </a:lnTo>
                  <a:lnTo>
                    <a:pt x="2265505" y="3020673"/>
                  </a:lnTo>
                  <a:lnTo>
                    <a:pt x="0" y="3020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21797593" y="13152719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21350806" y="13392773"/>
              <a:ext cx="1263744" cy="770576"/>
            </a:xfrm>
            <a:custGeom>
              <a:avLst/>
              <a:gdLst/>
              <a:ahLst/>
              <a:cxnLst/>
              <a:rect r="r" b="b" t="t" l="l"/>
              <a:pathLst>
                <a:path h="770576" w="1263744">
                  <a:moveTo>
                    <a:pt x="0" y="0"/>
                  </a:moveTo>
                  <a:lnTo>
                    <a:pt x="1263744" y="0"/>
                  </a:lnTo>
                  <a:lnTo>
                    <a:pt x="1263744" y="770576"/>
                  </a:lnTo>
                  <a:lnTo>
                    <a:pt x="0" y="770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8524906" y="7135859"/>
              <a:ext cx="805909" cy="829765"/>
            </a:xfrm>
            <a:custGeom>
              <a:avLst/>
              <a:gdLst/>
              <a:ahLst/>
              <a:cxnLst/>
              <a:rect r="r" b="b" t="t" l="l"/>
              <a:pathLst>
                <a:path h="829765" w="805909">
                  <a:moveTo>
                    <a:pt x="0" y="0"/>
                  </a:moveTo>
                  <a:lnTo>
                    <a:pt x="805909" y="0"/>
                  </a:lnTo>
                  <a:lnTo>
                    <a:pt x="805909" y="829765"/>
                  </a:lnTo>
                  <a:lnTo>
                    <a:pt x="0" y="829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alphaModFix amt="65000"/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 rot="0">
              <a:off x="1127104" y="2538832"/>
              <a:ext cx="2184400" cy="12594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Dashboard</a:t>
              </a:r>
            </a:p>
            <a:p>
              <a:pPr algn="l">
                <a:lnSpc>
                  <a:spcPts val="4200"/>
                </a:lnSpc>
              </a:pP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12168014" y="4486221"/>
              <a:ext cx="535041" cy="836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09"/>
                </a:lnSpc>
              </a:pPr>
              <a:r>
                <a:rPr lang="en-US" sz="3720" b="true">
                  <a:solidFill>
                    <a:srgbClr val="9B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21096590" y="4510664"/>
              <a:ext cx="708842" cy="736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2"/>
                </a:lnSpc>
              </a:pPr>
              <a:r>
                <a:rPr lang="en-US" sz="3323" b="true">
                  <a:solidFill>
                    <a:srgbClr val="847B4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4461370" y="1945948"/>
              <a:ext cx="8422552" cy="855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02"/>
                </a:lnSpc>
              </a:pPr>
              <a:r>
                <a:rPr lang="en-US" sz="385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Inventory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16469402" y="4586063"/>
              <a:ext cx="708842" cy="736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2"/>
                </a:lnSpc>
              </a:pPr>
              <a:r>
                <a:rPr lang="en-US" sz="3323" b="true">
                  <a:solidFill>
                    <a:srgbClr val="A72F2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C3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3792216" y="3792216"/>
            <a:ext cx="10287000" cy="2702567"/>
            <a:chOff x="0" y="0"/>
            <a:chExt cx="1605531" cy="421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5531" cy="421800"/>
            </a:xfrm>
            <a:custGeom>
              <a:avLst/>
              <a:gdLst/>
              <a:ahLst/>
              <a:cxnLst/>
              <a:rect r="r" b="b" t="t" l="l"/>
              <a:pathLst>
                <a:path h="421800" w="1605531">
                  <a:moveTo>
                    <a:pt x="0" y="0"/>
                  </a:moveTo>
                  <a:lnTo>
                    <a:pt x="1605531" y="0"/>
                  </a:lnTo>
                  <a:lnTo>
                    <a:pt x="1605531" y="421800"/>
                  </a:lnTo>
                  <a:lnTo>
                    <a:pt x="0" y="421800"/>
                  </a:lnTo>
                  <a:close/>
                </a:path>
              </a:pathLst>
            </a:custGeom>
            <a:solidFill>
              <a:srgbClr val="847B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05531" cy="45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73679" y="-610698"/>
            <a:ext cx="19165589" cy="12491825"/>
            <a:chOff x="0" y="0"/>
            <a:chExt cx="25554119" cy="1665576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4101662" y="1200183"/>
              <a:ext cx="20780577" cy="1760260"/>
              <a:chOff x="0" y="0"/>
              <a:chExt cx="4104805" cy="34770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104805" cy="347706"/>
              </a:xfrm>
              <a:custGeom>
                <a:avLst/>
                <a:gdLst/>
                <a:ahLst/>
                <a:cxnLst/>
                <a:rect r="r" b="b" t="t" l="l"/>
                <a:pathLst>
                  <a:path h="347706" w="4104805">
                    <a:moveTo>
                      <a:pt x="0" y="0"/>
                    </a:moveTo>
                    <a:lnTo>
                      <a:pt x="4104805" y="0"/>
                    </a:lnTo>
                    <a:lnTo>
                      <a:pt x="4104805" y="347706"/>
                    </a:lnTo>
                    <a:lnTo>
                      <a:pt x="0" y="347706"/>
                    </a:ln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104805" cy="3858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06152" y="814263"/>
              <a:ext cx="8566495" cy="771838"/>
            </a:xfrm>
            <a:custGeom>
              <a:avLst/>
              <a:gdLst/>
              <a:ahLst/>
              <a:cxnLst/>
              <a:rect r="r" b="b" t="t" l="l"/>
              <a:pathLst>
                <a:path h="771838" w="8566495">
                  <a:moveTo>
                    <a:pt x="0" y="0"/>
                  </a:moveTo>
                  <a:lnTo>
                    <a:pt x="8566494" y="0"/>
                  </a:lnTo>
                  <a:lnTo>
                    <a:pt x="8566494" y="771839"/>
                  </a:lnTo>
                  <a:lnTo>
                    <a:pt x="0" y="77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3620" r="0" b="-111308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23912" y="814263"/>
              <a:ext cx="8566495" cy="771838"/>
            </a:xfrm>
            <a:custGeom>
              <a:avLst/>
              <a:gdLst/>
              <a:ahLst/>
              <a:cxnLst/>
              <a:rect r="r" b="b" t="t" l="l"/>
              <a:pathLst>
                <a:path h="771838" w="8566495">
                  <a:moveTo>
                    <a:pt x="0" y="0"/>
                  </a:moveTo>
                  <a:lnTo>
                    <a:pt x="8566495" y="0"/>
                  </a:lnTo>
                  <a:lnTo>
                    <a:pt x="8566495" y="771839"/>
                  </a:lnTo>
                  <a:lnTo>
                    <a:pt x="0" y="77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3620" r="0" b="-111308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3437534" y="814263"/>
              <a:ext cx="8566495" cy="771838"/>
            </a:xfrm>
            <a:custGeom>
              <a:avLst/>
              <a:gdLst/>
              <a:ahLst/>
              <a:cxnLst/>
              <a:rect r="r" b="b" t="t" l="l"/>
              <a:pathLst>
                <a:path h="771838" w="8566495">
                  <a:moveTo>
                    <a:pt x="0" y="0"/>
                  </a:moveTo>
                  <a:lnTo>
                    <a:pt x="8566495" y="0"/>
                  </a:lnTo>
                  <a:lnTo>
                    <a:pt x="8566495" y="771839"/>
                  </a:lnTo>
                  <a:lnTo>
                    <a:pt x="0" y="77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3620" r="0" b="-111308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6987624" y="814263"/>
              <a:ext cx="8566495" cy="771838"/>
            </a:xfrm>
            <a:custGeom>
              <a:avLst/>
              <a:gdLst/>
              <a:ahLst/>
              <a:cxnLst/>
              <a:rect r="r" b="b" t="t" l="l"/>
              <a:pathLst>
                <a:path h="771838" w="8566495">
                  <a:moveTo>
                    <a:pt x="0" y="0"/>
                  </a:moveTo>
                  <a:lnTo>
                    <a:pt x="8566495" y="0"/>
                  </a:lnTo>
                  <a:lnTo>
                    <a:pt x="8566495" y="771839"/>
                  </a:lnTo>
                  <a:lnTo>
                    <a:pt x="0" y="77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3620" r="0" b="-111308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9131060" y="0"/>
              <a:ext cx="6056868" cy="5189765"/>
            </a:xfrm>
            <a:custGeom>
              <a:avLst/>
              <a:gdLst/>
              <a:ahLst/>
              <a:cxnLst/>
              <a:rect r="r" b="b" t="t" l="l"/>
              <a:pathLst>
                <a:path h="5189765" w="6056868">
                  <a:moveTo>
                    <a:pt x="0" y="0"/>
                  </a:moveTo>
                  <a:lnTo>
                    <a:pt x="6056868" y="0"/>
                  </a:lnTo>
                  <a:lnTo>
                    <a:pt x="6056868" y="5189765"/>
                  </a:lnTo>
                  <a:lnTo>
                    <a:pt x="0" y="5189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353" r="0" b="-8353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6615246" y="6723112"/>
              <a:ext cx="11105535" cy="6639842"/>
              <a:chOff x="0" y="0"/>
              <a:chExt cx="1299962" cy="77722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299962" cy="777229"/>
              </a:xfrm>
              <a:custGeom>
                <a:avLst/>
                <a:gdLst/>
                <a:ahLst/>
                <a:cxnLst/>
                <a:rect r="r" b="b" t="t" l="l"/>
                <a:pathLst>
                  <a:path h="777229" w="1299962">
                    <a:moveTo>
                      <a:pt x="43686" y="0"/>
                    </a:moveTo>
                    <a:lnTo>
                      <a:pt x="1256276" y="0"/>
                    </a:lnTo>
                    <a:cubicBezTo>
                      <a:pt x="1280403" y="0"/>
                      <a:pt x="1299962" y="19559"/>
                      <a:pt x="1299962" y="43686"/>
                    </a:cubicBezTo>
                    <a:lnTo>
                      <a:pt x="1299962" y="733543"/>
                    </a:lnTo>
                    <a:cubicBezTo>
                      <a:pt x="1299962" y="757670"/>
                      <a:pt x="1280403" y="777229"/>
                      <a:pt x="1256276" y="777229"/>
                    </a:cubicBezTo>
                    <a:lnTo>
                      <a:pt x="43686" y="777229"/>
                    </a:lnTo>
                    <a:cubicBezTo>
                      <a:pt x="19559" y="777229"/>
                      <a:pt x="0" y="757670"/>
                      <a:pt x="0" y="733543"/>
                    </a:cubicBezTo>
                    <a:lnTo>
                      <a:pt x="0" y="43686"/>
                    </a:lnTo>
                    <a:cubicBezTo>
                      <a:pt x="0" y="19559"/>
                      <a:pt x="19559" y="0"/>
                      <a:pt x="43686" y="0"/>
                    </a:cubicBez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1299962" cy="8248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</a:pPr>
                <a:r>
                  <a:rPr lang="en-US" sz="2999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Sales Chart</a:t>
                </a:r>
              </a:p>
              <a:p>
                <a:pPr algn="ctr">
                  <a:lnSpc>
                    <a:spcPts val="4199"/>
                  </a:lnSpc>
                </a:pPr>
              </a:p>
              <a:p>
                <a:pPr algn="ctr">
                  <a:lnSpc>
                    <a:spcPts val="4199"/>
                  </a:lnSpc>
                </a:pPr>
              </a:p>
              <a:p>
                <a:pPr algn="ctr">
                  <a:lnSpc>
                    <a:spcPts val="4199"/>
                  </a:lnSpc>
                </a:pPr>
              </a:p>
              <a:p>
                <a:pPr algn="ctr">
                  <a:lnSpc>
                    <a:spcPts val="4199"/>
                  </a:lnSpc>
                </a:pPr>
              </a:p>
              <a:p>
                <a:pPr algn="ctr">
                  <a:lnSpc>
                    <a:spcPts val="4199"/>
                  </a:lnSpc>
                </a:pPr>
              </a:p>
              <a:p>
                <a:pPr algn="ctr">
                  <a:lnSpc>
                    <a:spcPts val="4199"/>
                  </a:lnSpc>
                </a:pPr>
              </a:p>
              <a:p>
                <a:pPr algn="ctr">
                  <a:lnSpc>
                    <a:spcPts val="4199"/>
                  </a:lnSpc>
                </a:pPr>
              </a:p>
            </p:txBody>
          </p:sp>
        </p:grpSp>
        <p:pic>
          <p:nvPicPr>
            <p:cNvPr name="Picture 17" id="17"/>
            <p:cNvPicPr>
              <a:picLocks noChangeAspect="true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0">
              <a:off x="6325557" y="7147103"/>
              <a:ext cx="11631346" cy="6872440"/>
            </a:xfrm>
            <a:prstGeom prst="rect">
              <a:avLst/>
            </a:prstGeom>
          </p:spPr>
        </p:pic>
        <p:grpSp>
          <p:nvGrpSpPr>
            <p:cNvPr name="Group 18" id="18"/>
            <p:cNvGrpSpPr/>
            <p:nvPr/>
          </p:nvGrpSpPr>
          <p:grpSpPr>
            <a:xfrm rot="0">
              <a:off x="18286007" y="6723112"/>
              <a:ext cx="6172200" cy="6639842"/>
              <a:chOff x="0" y="0"/>
              <a:chExt cx="722489" cy="77722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22489" cy="777229"/>
              </a:xfrm>
              <a:custGeom>
                <a:avLst/>
                <a:gdLst/>
                <a:ahLst/>
                <a:cxnLst/>
                <a:rect r="r" b="b" t="t" l="l"/>
                <a:pathLst>
                  <a:path h="777229" w="722489">
                    <a:moveTo>
                      <a:pt x="78604" y="0"/>
                    </a:moveTo>
                    <a:lnTo>
                      <a:pt x="643885" y="0"/>
                    </a:lnTo>
                    <a:cubicBezTo>
                      <a:pt x="687297" y="0"/>
                      <a:pt x="722489" y="35192"/>
                      <a:pt x="722489" y="78604"/>
                    </a:cubicBezTo>
                    <a:lnTo>
                      <a:pt x="722489" y="698625"/>
                    </a:lnTo>
                    <a:cubicBezTo>
                      <a:pt x="722489" y="719472"/>
                      <a:pt x="714207" y="739465"/>
                      <a:pt x="699466" y="754206"/>
                    </a:cubicBezTo>
                    <a:cubicBezTo>
                      <a:pt x="684725" y="768947"/>
                      <a:pt x="664732" y="777229"/>
                      <a:pt x="643885" y="777229"/>
                    </a:cubicBezTo>
                    <a:lnTo>
                      <a:pt x="78604" y="777229"/>
                    </a:lnTo>
                    <a:cubicBezTo>
                      <a:pt x="35192" y="777229"/>
                      <a:pt x="0" y="742037"/>
                      <a:pt x="0" y="698625"/>
                    </a:cubicBezTo>
                    <a:lnTo>
                      <a:pt x="0" y="78604"/>
                    </a:lnTo>
                    <a:cubicBezTo>
                      <a:pt x="0" y="57757"/>
                      <a:pt x="8281" y="37764"/>
                      <a:pt x="23023" y="23023"/>
                    </a:cubicBezTo>
                    <a:cubicBezTo>
                      <a:pt x="37764" y="8281"/>
                      <a:pt x="57757" y="0"/>
                      <a:pt x="78604" y="0"/>
                    </a:cubicBez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722489" cy="8248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</a:pPr>
                <a:r>
                  <a:rPr lang="en-US" sz="2999" b="true">
                    <a:solidFill>
                      <a:srgbClr val="9B000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Top Selling Products</a:t>
                </a:r>
              </a:p>
              <a:p>
                <a:pPr algn="ctr">
                  <a:lnSpc>
                    <a:spcPts val="3779"/>
                  </a:lnSpc>
                </a:pPr>
              </a:p>
              <a:p>
                <a:pPr algn="l">
                  <a:lnSpc>
                    <a:spcPts val="3779"/>
                  </a:lnSpc>
                </a:pPr>
              </a:p>
              <a:p>
                <a:pPr algn="l">
                  <a:lnSpc>
                    <a:spcPts val="3779"/>
                  </a:lnSpc>
                </a:pPr>
              </a:p>
              <a:p>
                <a:pPr algn="l">
                  <a:lnSpc>
                    <a:spcPts val="3779"/>
                  </a:lnSpc>
                </a:pPr>
              </a:p>
              <a:p>
                <a:pPr algn="l">
                  <a:lnSpc>
                    <a:spcPts val="3779"/>
                  </a:lnSpc>
                </a:pPr>
              </a:p>
              <a:p>
                <a:pPr algn="l">
                  <a:lnSpc>
                    <a:spcPts val="3779"/>
                  </a:lnSpc>
                </a:pPr>
              </a:p>
              <a:p>
                <a:pPr algn="l">
                  <a:lnSpc>
                    <a:spcPts val="3779"/>
                  </a:lnSpc>
                </a:pPr>
              </a:p>
              <a:p>
                <a:pPr algn="l">
                  <a:lnSpc>
                    <a:spcPts val="377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18641903" y="8414833"/>
              <a:ext cx="5257937" cy="4235030"/>
            </a:xfrm>
            <a:custGeom>
              <a:avLst/>
              <a:gdLst/>
              <a:ahLst/>
              <a:cxnLst/>
              <a:rect r="r" b="b" t="t" l="l"/>
              <a:pathLst>
                <a:path h="4235030" w="5257937">
                  <a:moveTo>
                    <a:pt x="0" y="0"/>
                  </a:moveTo>
                  <a:lnTo>
                    <a:pt x="5257937" y="0"/>
                  </a:lnTo>
                  <a:lnTo>
                    <a:pt x="5257937" y="4235029"/>
                  </a:lnTo>
                  <a:lnTo>
                    <a:pt x="0" y="423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25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0">
              <a:off x="509361" y="5373493"/>
              <a:ext cx="3258594" cy="925057"/>
              <a:chOff x="0" y="0"/>
              <a:chExt cx="381436" cy="10828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81436" cy="108283"/>
              </a:xfrm>
              <a:custGeom>
                <a:avLst/>
                <a:gdLst/>
                <a:ahLst/>
                <a:cxnLst/>
                <a:rect r="r" b="b" t="t" l="l"/>
                <a:pathLst>
                  <a:path h="108283" w="381436">
                    <a:moveTo>
                      <a:pt x="54141" y="0"/>
                    </a:moveTo>
                    <a:lnTo>
                      <a:pt x="327294" y="0"/>
                    </a:lnTo>
                    <a:cubicBezTo>
                      <a:pt x="357196" y="0"/>
                      <a:pt x="381436" y="24240"/>
                      <a:pt x="381436" y="54141"/>
                    </a:cubicBezTo>
                    <a:lnTo>
                      <a:pt x="381436" y="54141"/>
                    </a:lnTo>
                    <a:cubicBezTo>
                      <a:pt x="381436" y="68501"/>
                      <a:pt x="375732" y="82272"/>
                      <a:pt x="365578" y="92425"/>
                    </a:cubicBezTo>
                    <a:cubicBezTo>
                      <a:pt x="355425" y="102579"/>
                      <a:pt x="341654" y="108283"/>
                      <a:pt x="327294" y="108283"/>
                    </a:cubicBezTo>
                    <a:lnTo>
                      <a:pt x="54141" y="108283"/>
                    </a:lnTo>
                    <a:cubicBezTo>
                      <a:pt x="39782" y="108283"/>
                      <a:pt x="26011" y="102579"/>
                      <a:pt x="15858" y="92425"/>
                    </a:cubicBezTo>
                    <a:cubicBezTo>
                      <a:pt x="5704" y="82272"/>
                      <a:pt x="0" y="68501"/>
                      <a:pt x="0" y="54141"/>
                    </a:cubicBezTo>
                    <a:lnTo>
                      <a:pt x="0" y="54141"/>
                    </a:lnTo>
                    <a:cubicBezTo>
                      <a:pt x="0" y="39782"/>
                      <a:pt x="5704" y="26011"/>
                      <a:pt x="15858" y="15858"/>
                    </a:cubicBezTo>
                    <a:cubicBezTo>
                      <a:pt x="26011" y="5704"/>
                      <a:pt x="39782" y="0"/>
                      <a:pt x="54141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381436" cy="1463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983590" y="4155488"/>
              <a:ext cx="440699" cy="579867"/>
            </a:xfrm>
            <a:custGeom>
              <a:avLst/>
              <a:gdLst/>
              <a:ahLst/>
              <a:cxnLst/>
              <a:rect r="r" b="b" t="t" l="l"/>
              <a:pathLst>
                <a:path h="579867" w="440699">
                  <a:moveTo>
                    <a:pt x="0" y="0"/>
                  </a:moveTo>
                  <a:lnTo>
                    <a:pt x="440699" y="0"/>
                  </a:lnTo>
                  <a:lnTo>
                    <a:pt x="440699" y="579867"/>
                  </a:lnTo>
                  <a:lnTo>
                    <a:pt x="0" y="579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419800" y="5624078"/>
              <a:ext cx="402307" cy="423887"/>
            </a:xfrm>
            <a:custGeom>
              <a:avLst/>
              <a:gdLst/>
              <a:ahLst/>
              <a:cxnLst/>
              <a:rect r="r" b="b" t="t" l="l"/>
              <a:pathLst>
                <a:path h="423887" w="402307">
                  <a:moveTo>
                    <a:pt x="0" y="0"/>
                  </a:moveTo>
                  <a:lnTo>
                    <a:pt x="402307" y="0"/>
                  </a:lnTo>
                  <a:lnTo>
                    <a:pt x="402307" y="423887"/>
                  </a:lnTo>
                  <a:lnTo>
                    <a:pt x="0" y="423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70654" y="7051208"/>
              <a:ext cx="412115" cy="499533"/>
            </a:xfrm>
            <a:custGeom>
              <a:avLst/>
              <a:gdLst/>
              <a:ahLst/>
              <a:cxnLst/>
              <a:rect r="r" b="b" t="t" l="l"/>
              <a:pathLst>
                <a:path h="499533" w="412115">
                  <a:moveTo>
                    <a:pt x="0" y="0"/>
                  </a:moveTo>
                  <a:lnTo>
                    <a:pt x="412115" y="0"/>
                  </a:lnTo>
                  <a:lnTo>
                    <a:pt x="412115" y="499534"/>
                  </a:lnTo>
                  <a:lnTo>
                    <a:pt x="0" y="499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70654" y="7672263"/>
              <a:ext cx="4930489" cy="5940348"/>
            </a:xfrm>
            <a:custGeom>
              <a:avLst/>
              <a:gdLst/>
              <a:ahLst/>
              <a:cxnLst/>
              <a:rect r="r" b="b" t="t" l="l"/>
              <a:pathLst>
                <a:path h="5940348" w="4930489">
                  <a:moveTo>
                    <a:pt x="0" y="0"/>
                  </a:moveTo>
                  <a:lnTo>
                    <a:pt x="4930489" y="0"/>
                  </a:lnTo>
                  <a:lnTo>
                    <a:pt x="4930489" y="5940348"/>
                  </a:lnTo>
                  <a:lnTo>
                    <a:pt x="0" y="5940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8452442"/>
              <a:ext cx="8203325" cy="8203325"/>
            </a:xfrm>
            <a:custGeom>
              <a:avLst/>
              <a:gdLst/>
              <a:ahLst/>
              <a:cxnLst/>
              <a:rect r="r" b="b" t="t" l="l"/>
              <a:pathLst>
                <a:path h="8203325" w="8203325">
                  <a:moveTo>
                    <a:pt x="0" y="0"/>
                  </a:moveTo>
                  <a:lnTo>
                    <a:pt x="8203325" y="0"/>
                  </a:lnTo>
                  <a:lnTo>
                    <a:pt x="8203325" y="8203324"/>
                  </a:lnTo>
                  <a:lnTo>
                    <a:pt x="0" y="8203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grpSp>
          <p:nvGrpSpPr>
            <p:cNvPr name="Group 30" id="30"/>
            <p:cNvGrpSpPr/>
            <p:nvPr/>
          </p:nvGrpSpPr>
          <p:grpSpPr>
            <a:xfrm rot="0">
              <a:off x="6769257" y="3559347"/>
              <a:ext cx="4232115" cy="2199481"/>
              <a:chOff x="0" y="0"/>
              <a:chExt cx="506833" cy="26340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06833" cy="263407"/>
              </a:xfrm>
              <a:custGeom>
                <a:avLst/>
                <a:gdLst/>
                <a:ahLst/>
                <a:cxnLst/>
                <a:rect r="r" b="b" t="t" l="l"/>
                <a:pathLst>
                  <a:path h="263407" w="506833">
                    <a:moveTo>
                      <a:pt x="114638" y="0"/>
                    </a:moveTo>
                    <a:lnTo>
                      <a:pt x="392196" y="0"/>
                    </a:lnTo>
                    <a:cubicBezTo>
                      <a:pt x="422599" y="0"/>
                      <a:pt x="451758" y="12078"/>
                      <a:pt x="473257" y="33577"/>
                    </a:cubicBezTo>
                    <a:cubicBezTo>
                      <a:pt x="494756" y="55075"/>
                      <a:pt x="506833" y="84234"/>
                      <a:pt x="506833" y="114638"/>
                    </a:cubicBezTo>
                    <a:lnTo>
                      <a:pt x="506833" y="148770"/>
                    </a:lnTo>
                    <a:cubicBezTo>
                      <a:pt x="506833" y="179173"/>
                      <a:pt x="494756" y="208332"/>
                      <a:pt x="473257" y="229831"/>
                    </a:cubicBezTo>
                    <a:cubicBezTo>
                      <a:pt x="451758" y="251330"/>
                      <a:pt x="422599" y="263407"/>
                      <a:pt x="392196" y="263407"/>
                    </a:cubicBezTo>
                    <a:lnTo>
                      <a:pt x="114638" y="263407"/>
                    </a:lnTo>
                    <a:cubicBezTo>
                      <a:pt x="84234" y="263407"/>
                      <a:pt x="55075" y="251330"/>
                      <a:pt x="33577" y="229831"/>
                    </a:cubicBezTo>
                    <a:cubicBezTo>
                      <a:pt x="12078" y="208332"/>
                      <a:pt x="0" y="179173"/>
                      <a:pt x="0" y="148770"/>
                    </a:cubicBezTo>
                    <a:lnTo>
                      <a:pt x="0" y="114638"/>
                    </a:lnTo>
                    <a:cubicBezTo>
                      <a:pt x="0" y="84234"/>
                      <a:pt x="12078" y="55075"/>
                      <a:pt x="33577" y="33577"/>
                    </a:cubicBezTo>
                    <a:cubicBezTo>
                      <a:pt x="55075" y="12078"/>
                      <a:pt x="84234" y="0"/>
                      <a:pt x="114638" y="0"/>
                    </a:cubicBez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506833" cy="311032"/>
              </a:xfrm>
              <a:prstGeom prst="rect">
                <a:avLst/>
              </a:prstGeom>
            </p:spPr>
            <p:txBody>
              <a:bodyPr anchor="ctr" rtlCol="false" tIns="49653" lIns="49653" bIns="49653" rIns="49653"/>
              <a:lstStyle/>
              <a:p>
                <a:pPr algn="ctr">
                  <a:lnSpc>
                    <a:spcPts val="4199"/>
                  </a:lnSpc>
                </a:pPr>
                <a:r>
                  <a:rPr lang="en-US" sz="2999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Total Revenue</a:t>
                </a:r>
              </a:p>
              <a:p>
                <a:pPr algn="ctr">
                  <a:lnSpc>
                    <a:spcPts val="4199"/>
                  </a:lnSpc>
                </a:pPr>
                <a:r>
                  <a:rPr lang="en-US" b="true" sz="2999">
                    <a:solidFill>
                      <a:srgbClr val="847B4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$24,950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11324938" y="3559347"/>
              <a:ext cx="4205840" cy="2199481"/>
              <a:chOff x="0" y="0"/>
              <a:chExt cx="503687" cy="263407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503687" cy="263407"/>
              </a:xfrm>
              <a:custGeom>
                <a:avLst/>
                <a:gdLst/>
                <a:ahLst/>
                <a:cxnLst/>
                <a:rect r="r" b="b" t="t" l="l"/>
                <a:pathLst>
                  <a:path h="263407" w="503687">
                    <a:moveTo>
                      <a:pt x="115354" y="0"/>
                    </a:moveTo>
                    <a:lnTo>
                      <a:pt x="388333" y="0"/>
                    </a:lnTo>
                    <a:cubicBezTo>
                      <a:pt x="452041" y="0"/>
                      <a:pt x="503687" y="51646"/>
                      <a:pt x="503687" y="115354"/>
                    </a:cubicBezTo>
                    <a:lnTo>
                      <a:pt x="503687" y="148053"/>
                    </a:lnTo>
                    <a:cubicBezTo>
                      <a:pt x="503687" y="211762"/>
                      <a:pt x="452041" y="263407"/>
                      <a:pt x="388333" y="263407"/>
                    </a:cubicBezTo>
                    <a:lnTo>
                      <a:pt x="115354" y="263407"/>
                    </a:lnTo>
                    <a:cubicBezTo>
                      <a:pt x="51646" y="263407"/>
                      <a:pt x="0" y="211762"/>
                      <a:pt x="0" y="148053"/>
                    </a:cubicBezTo>
                    <a:lnTo>
                      <a:pt x="0" y="115354"/>
                    </a:lnTo>
                    <a:cubicBezTo>
                      <a:pt x="0" y="51646"/>
                      <a:pt x="51646" y="0"/>
                      <a:pt x="115354" y="0"/>
                    </a:cubicBez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47625"/>
                <a:ext cx="503687" cy="311032"/>
              </a:xfrm>
              <a:prstGeom prst="rect">
                <a:avLst/>
              </a:prstGeom>
            </p:spPr>
            <p:txBody>
              <a:bodyPr anchor="ctr" rtlCol="false" tIns="49653" lIns="49653" bIns="49653" rIns="49653"/>
              <a:lstStyle/>
              <a:p>
                <a:pPr algn="ctr">
                  <a:lnSpc>
                    <a:spcPts val="4059"/>
                  </a:lnSpc>
                </a:pPr>
                <a:r>
                  <a:rPr lang="en-US" sz="2899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Total orders</a:t>
                </a:r>
              </a:p>
              <a:p>
                <a:pPr algn="ctr">
                  <a:lnSpc>
                    <a:spcPts val="3779"/>
                  </a:lnSpc>
                </a:pPr>
                <a:r>
                  <a:rPr lang="en-US" b="true" sz="2699">
                    <a:solidFill>
                      <a:srgbClr val="00000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            </a:t>
                </a:r>
                <a:r>
                  <a:rPr lang="en-US" sz="2699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orders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15880618" y="3559347"/>
              <a:ext cx="4021909" cy="2199481"/>
              <a:chOff x="0" y="0"/>
              <a:chExt cx="481659" cy="26340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81659" cy="263407"/>
              </a:xfrm>
              <a:custGeom>
                <a:avLst/>
                <a:gdLst/>
                <a:ahLst/>
                <a:cxnLst/>
                <a:rect r="r" b="b" t="t" l="l"/>
                <a:pathLst>
                  <a:path h="263407" w="481659">
                    <a:moveTo>
                      <a:pt x="120629" y="0"/>
                    </a:moveTo>
                    <a:lnTo>
                      <a:pt x="361030" y="0"/>
                    </a:lnTo>
                    <a:cubicBezTo>
                      <a:pt x="427652" y="0"/>
                      <a:pt x="481659" y="54008"/>
                      <a:pt x="481659" y="120629"/>
                    </a:cubicBezTo>
                    <a:lnTo>
                      <a:pt x="481659" y="142778"/>
                    </a:lnTo>
                    <a:cubicBezTo>
                      <a:pt x="481659" y="209400"/>
                      <a:pt x="427652" y="263407"/>
                      <a:pt x="361030" y="263407"/>
                    </a:cubicBezTo>
                    <a:lnTo>
                      <a:pt x="120629" y="263407"/>
                    </a:lnTo>
                    <a:cubicBezTo>
                      <a:pt x="54008" y="263407"/>
                      <a:pt x="0" y="209400"/>
                      <a:pt x="0" y="142778"/>
                    </a:cubicBezTo>
                    <a:lnTo>
                      <a:pt x="0" y="120629"/>
                    </a:lnTo>
                    <a:cubicBezTo>
                      <a:pt x="0" y="54008"/>
                      <a:pt x="54008" y="0"/>
                      <a:pt x="120629" y="0"/>
                    </a:cubicBez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481659" cy="311032"/>
              </a:xfrm>
              <a:prstGeom prst="rect">
                <a:avLst/>
              </a:prstGeom>
            </p:spPr>
            <p:txBody>
              <a:bodyPr anchor="ctr" rtlCol="false" tIns="49653" lIns="49653" bIns="49653" rIns="49653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Top Selling Item</a:t>
                </a:r>
              </a:p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      sold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20225272" y="3559347"/>
              <a:ext cx="4232935" cy="2186781"/>
              <a:chOff x="0" y="0"/>
              <a:chExt cx="506932" cy="261886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506932" cy="261886"/>
              </a:xfrm>
              <a:custGeom>
                <a:avLst/>
                <a:gdLst/>
                <a:ahLst/>
                <a:cxnLst/>
                <a:rect r="r" b="b" t="t" l="l"/>
                <a:pathLst>
                  <a:path h="261886" w="506932">
                    <a:moveTo>
                      <a:pt x="114616" y="0"/>
                    </a:moveTo>
                    <a:lnTo>
                      <a:pt x="392316" y="0"/>
                    </a:lnTo>
                    <a:cubicBezTo>
                      <a:pt x="455616" y="0"/>
                      <a:pt x="506932" y="51315"/>
                      <a:pt x="506932" y="114616"/>
                    </a:cubicBezTo>
                    <a:lnTo>
                      <a:pt x="506932" y="147271"/>
                    </a:lnTo>
                    <a:cubicBezTo>
                      <a:pt x="506932" y="177669"/>
                      <a:pt x="494856" y="206822"/>
                      <a:pt x="473361" y="228316"/>
                    </a:cubicBezTo>
                    <a:cubicBezTo>
                      <a:pt x="451867" y="249811"/>
                      <a:pt x="422714" y="261886"/>
                      <a:pt x="392316" y="261886"/>
                    </a:cubicBezTo>
                    <a:lnTo>
                      <a:pt x="114616" y="261886"/>
                    </a:lnTo>
                    <a:cubicBezTo>
                      <a:pt x="51315" y="261886"/>
                      <a:pt x="0" y="210571"/>
                      <a:pt x="0" y="147271"/>
                    </a:cubicBezTo>
                    <a:lnTo>
                      <a:pt x="0" y="114616"/>
                    </a:lnTo>
                    <a:cubicBezTo>
                      <a:pt x="0" y="51315"/>
                      <a:pt x="51315" y="0"/>
                      <a:pt x="114616" y="0"/>
                    </a:cubicBezTo>
                    <a:close/>
                  </a:path>
                </a:pathLst>
              </a:custGeom>
              <a:solidFill>
                <a:srgbClr val="F3E5D7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506932" cy="309511"/>
              </a:xfrm>
              <a:prstGeom prst="rect">
                <a:avLst/>
              </a:prstGeom>
            </p:spPr>
            <p:txBody>
              <a:bodyPr anchor="ctr" rtlCol="false" tIns="49653" lIns="49653" bIns="49653" rIns="49653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Avg. Order Value</a:t>
                </a:r>
              </a:p>
              <a:p>
                <a:pPr algn="ctr">
                  <a:lnSpc>
                    <a:spcPts val="3919"/>
                  </a:lnSpc>
                </a:pPr>
                <a:r>
                  <a:rPr lang="en-US" b="true" sz="2799">
                    <a:solidFill>
                      <a:srgbClr val="847B4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$36.69</a:t>
                </a:r>
              </a:p>
            </p:txBody>
          </p:sp>
        </p:grpSp>
        <p:sp>
          <p:nvSpPr>
            <p:cNvPr name="Freeform 42" id="42"/>
            <p:cNvSpPr/>
            <p:nvPr/>
          </p:nvSpPr>
          <p:spPr>
            <a:xfrm flipH="false" flipV="false" rot="0">
              <a:off x="21456147" y="11554458"/>
              <a:ext cx="3426092" cy="4568123"/>
            </a:xfrm>
            <a:custGeom>
              <a:avLst/>
              <a:gdLst/>
              <a:ahLst/>
              <a:cxnLst/>
              <a:rect r="r" b="b" t="t" l="l"/>
              <a:pathLst>
                <a:path h="4568123" w="3426092">
                  <a:moveTo>
                    <a:pt x="0" y="0"/>
                  </a:moveTo>
                  <a:lnTo>
                    <a:pt x="3426092" y="0"/>
                  </a:lnTo>
                  <a:lnTo>
                    <a:pt x="3426092" y="4568123"/>
                  </a:lnTo>
                  <a:lnTo>
                    <a:pt x="0" y="4568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0125164" y="12328183"/>
              <a:ext cx="2265505" cy="3020674"/>
            </a:xfrm>
            <a:custGeom>
              <a:avLst/>
              <a:gdLst/>
              <a:ahLst/>
              <a:cxnLst/>
              <a:rect r="r" b="b" t="t" l="l"/>
              <a:pathLst>
                <a:path h="3020674" w="2265505">
                  <a:moveTo>
                    <a:pt x="0" y="0"/>
                  </a:moveTo>
                  <a:lnTo>
                    <a:pt x="2265505" y="0"/>
                  </a:lnTo>
                  <a:lnTo>
                    <a:pt x="2265505" y="3020673"/>
                  </a:lnTo>
                  <a:lnTo>
                    <a:pt x="0" y="3020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21797593" y="13152719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21350806" y="13392773"/>
              <a:ext cx="1263744" cy="770576"/>
            </a:xfrm>
            <a:custGeom>
              <a:avLst/>
              <a:gdLst/>
              <a:ahLst/>
              <a:cxnLst/>
              <a:rect r="r" b="b" t="t" l="l"/>
              <a:pathLst>
                <a:path h="770576" w="1263744">
                  <a:moveTo>
                    <a:pt x="0" y="0"/>
                  </a:moveTo>
                  <a:lnTo>
                    <a:pt x="1263744" y="0"/>
                  </a:lnTo>
                  <a:lnTo>
                    <a:pt x="1263744" y="770576"/>
                  </a:lnTo>
                  <a:lnTo>
                    <a:pt x="0" y="770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1577959" y="4148029"/>
              <a:ext cx="1877060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Inventory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2005190" y="5538630"/>
              <a:ext cx="1013619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Sales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1127466" y="6940083"/>
              <a:ext cx="2640489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Order history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127104" y="2538832"/>
              <a:ext cx="2184400" cy="12594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Dashboard</a:t>
              </a:r>
            </a:p>
            <a:p>
              <a:pPr algn="l">
                <a:lnSpc>
                  <a:spcPts val="4200"/>
                </a:lnSpc>
              </a:pP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12168014" y="4486221"/>
              <a:ext cx="1259844" cy="836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09"/>
                </a:lnSpc>
              </a:pPr>
              <a:r>
                <a:rPr lang="en-US" sz="3720" b="true">
                  <a:solidFill>
                    <a:srgbClr val="9B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680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4461370" y="1945948"/>
              <a:ext cx="8422552" cy="855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02"/>
                </a:lnSpc>
              </a:pPr>
              <a:r>
                <a:rPr lang="en-US" sz="385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Sales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16469402" y="4586063"/>
              <a:ext cx="1251379" cy="736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52"/>
                </a:lnSpc>
              </a:pPr>
              <a:r>
                <a:rPr lang="en-US" sz="3323" b="true">
                  <a:solidFill>
                    <a:srgbClr val="A72F2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320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18758187" y="7957533"/>
              <a:ext cx="5094089" cy="4835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694" indent="-323847" lvl="1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Peppe</a:t>
              </a: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roni Pizza </a:t>
              </a:r>
            </a:p>
            <a:p>
              <a:pPr algn="l" marL="647694" indent="-323847" lvl="1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Meat Lover </a:t>
              </a:r>
            </a:p>
            <a:p>
              <a:pPr algn="l" marL="647694" indent="-323847" lvl="1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Garlic Knots </a:t>
              </a:r>
            </a:p>
            <a:p>
              <a:pPr algn="l" marL="647694" indent="-323847" lvl="1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King BBQ </a:t>
              </a:r>
            </a:p>
            <a:p>
              <a:pPr algn="l" marL="647694" indent="-323847" lvl="1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Cheese Pizza </a:t>
              </a:r>
            </a:p>
            <a:p>
              <a:pPr algn="l" marL="647694" indent="-323847" lvl="1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Bottle Coke</a:t>
              </a:r>
            </a:p>
            <a:p>
              <a:pPr algn="ctr">
                <a:lnSpc>
                  <a:spcPts val="419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C3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3792216" y="3792216"/>
            <a:ext cx="10287000" cy="2702567"/>
            <a:chOff x="0" y="0"/>
            <a:chExt cx="1605531" cy="421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5531" cy="421800"/>
            </a:xfrm>
            <a:custGeom>
              <a:avLst/>
              <a:gdLst/>
              <a:ahLst/>
              <a:cxnLst/>
              <a:rect r="r" b="b" t="t" l="l"/>
              <a:pathLst>
                <a:path h="421800" w="1605531">
                  <a:moveTo>
                    <a:pt x="0" y="0"/>
                  </a:moveTo>
                  <a:lnTo>
                    <a:pt x="1605531" y="0"/>
                  </a:lnTo>
                  <a:lnTo>
                    <a:pt x="1605531" y="421800"/>
                  </a:lnTo>
                  <a:lnTo>
                    <a:pt x="0" y="421800"/>
                  </a:lnTo>
                  <a:close/>
                </a:path>
              </a:pathLst>
            </a:custGeom>
            <a:solidFill>
              <a:srgbClr val="847B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05531" cy="45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02567" y="289439"/>
            <a:ext cx="15585433" cy="1320195"/>
            <a:chOff x="0" y="0"/>
            <a:chExt cx="4104805" cy="3477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04805" cy="347706"/>
            </a:xfrm>
            <a:custGeom>
              <a:avLst/>
              <a:gdLst/>
              <a:ahLst/>
              <a:cxnLst/>
              <a:rect r="r" b="b" t="t" l="l"/>
              <a:pathLst>
                <a:path h="347706" w="4104805">
                  <a:moveTo>
                    <a:pt x="0" y="0"/>
                  </a:moveTo>
                  <a:lnTo>
                    <a:pt x="4104805" y="0"/>
                  </a:lnTo>
                  <a:lnTo>
                    <a:pt x="4104805" y="347706"/>
                  </a:lnTo>
                  <a:lnTo>
                    <a:pt x="0" y="347706"/>
                  </a:lnTo>
                  <a:close/>
                </a:path>
              </a:pathLst>
            </a:custGeom>
            <a:solidFill>
              <a:srgbClr val="F3E5D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104805" cy="385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94066" y="0"/>
            <a:ext cx="6424871" cy="578879"/>
          </a:xfrm>
          <a:custGeom>
            <a:avLst/>
            <a:gdLst/>
            <a:ahLst/>
            <a:cxnLst/>
            <a:rect r="r" b="b" t="t" l="l"/>
            <a:pathLst>
              <a:path h="578879" w="6424871">
                <a:moveTo>
                  <a:pt x="0" y="0"/>
                </a:moveTo>
                <a:lnTo>
                  <a:pt x="6424871" y="0"/>
                </a:lnTo>
                <a:lnTo>
                  <a:pt x="6424871" y="578879"/>
                </a:lnTo>
                <a:lnTo>
                  <a:pt x="0" y="578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3620" r="0" b="-11130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744255" y="0"/>
            <a:ext cx="6424871" cy="578879"/>
          </a:xfrm>
          <a:custGeom>
            <a:avLst/>
            <a:gdLst/>
            <a:ahLst/>
            <a:cxnLst/>
            <a:rect r="r" b="b" t="t" l="l"/>
            <a:pathLst>
              <a:path h="578879" w="6424871">
                <a:moveTo>
                  <a:pt x="0" y="0"/>
                </a:moveTo>
                <a:lnTo>
                  <a:pt x="6424871" y="0"/>
                </a:lnTo>
                <a:lnTo>
                  <a:pt x="6424871" y="578879"/>
                </a:lnTo>
                <a:lnTo>
                  <a:pt x="0" y="578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3620" r="0" b="-11130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04471" y="0"/>
            <a:ext cx="6424871" cy="578879"/>
          </a:xfrm>
          <a:custGeom>
            <a:avLst/>
            <a:gdLst/>
            <a:ahLst/>
            <a:cxnLst/>
            <a:rect r="r" b="b" t="t" l="l"/>
            <a:pathLst>
              <a:path h="578879" w="6424871">
                <a:moveTo>
                  <a:pt x="0" y="0"/>
                </a:moveTo>
                <a:lnTo>
                  <a:pt x="6424871" y="0"/>
                </a:lnTo>
                <a:lnTo>
                  <a:pt x="6424871" y="578879"/>
                </a:lnTo>
                <a:lnTo>
                  <a:pt x="0" y="578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3620" r="0" b="-111308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367039" y="0"/>
            <a:ext cx="6424871" cy="578879"/>
          </a:xfrm>
          <a:custGeom>
            <a:avLst/>
            <a:gdLst/>
            <a:ahLst/>
            <a:cxnLst/>
            <a:rect r="r" b="b" t="t" l="l"/>
            <a:pathLst>
              <a:path h="578879" w="6424871">
                <a:moveTo>
                  <a:pt x="0" y="0"/>
                </a:moveTo>
                <a:lnTo>
                  <a:pt x="6424871" y="0"/>
                </a:lnTo>
                <a:lnTo>
                  <a:pt x="6424871" y="578879"/>
                </a:lnTo>
                <a:lnTo>
                  <a:pt x="0" y="578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3620" r="0" b="-111308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140717" y="1933485"/>
            <a:ext cx="14702655" cy="8120233"/>
            <a:chOff x="0" y="0"/>
            <a:chExt cx="2294699" cy="12673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4699" cy="1267355"/>
            </a:xfrm>
            <a:custGeom>
              <a:avLst/>
              <a:gdLst/>
              <a:ahLst/>
              <a:cxnLst/>
              <a:rect r="r" b="b" t="t" l="l"/>
              <a:pathLst>
                <a:path h="1267355" w="2294699">
                  <a:moveTo>
                    <a:pt x="24749" y="0"/>
                  </a:moveTo>
                  <a:lnTo>
                    <a:pt x="2269950" y="0"/>
                  </a:lnTo>
                  <a:cubicBezTo>
                    <a:pt x="2283618" y="0"/>
                    <a:pt x="2294699" y="11080"/>
                    <a:pt x="2294699" y="24749"/>
                  </a:cubicBezTo>
                  <a:lnTo>
                    <a:pt x="2294699" y="1242607"/>
                  </a:lnTo>
                  <a:cubicBezTo>
                    <a:pt x="2294699" y="1256275"/>
                    <a:pt x="2283618" y="1267355"/>
                    <a:pt x="2269950" y="1267355"/>
                  </a:cubicBezTo>
                  <a:lnTo>
                    <a:pt x="24749" y="1267355"/>
                  </a:lnTo>
                  <a:cubicBezTo>
                    <a:pt x="11080" y="1267355"/>
                    <a:pt x="0" y="1256275"/>
                    <a:pt x="0" y="1242607"/>
                  </a:cubicBezTo>
                  <a:lnTo>
                    <a:pt x="0" y="24749"/>
                  </a:lnTo>
                  <a:cubicBezTo>
                    <a:pt x="0" y="11080"/>
                    <a:pt x="11080" y="0"/>
                    <a:pt x="24749" y="0"/>
                  </a:cubicBezTo>
                  <a:close/>
                </a:path>
              </a:pathLst>
            </a:custGeom>
            <a:solidFill>
              <a:srgbClr val="F3E5D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294699" cy="1334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sz="329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Order history</a:t>
              </a:r>
            </a:p>
            <a:p>
              <a:pPr algn="ctr">
                <a:lnSpc>
                  <a:spcPts val="4619"/>
                </a:lnSpc>
              </a:pPr>
            </a:p>
            <a:p>
              <a:pPr algn="ctr">
                <a:lnSpc>
                  <a:spcPts val="4199"/>
                </a:lnSpc>
              </a:pPr>
            </a:p>
            <a:p>
              <a:pPr algn="ctr">
                <a:lnSpc>
                  <a:spcPts val="4199"/>
                </a:lnSpc>
              </a:pPr>
            </a:p>
            <a:p>
              <a:pPr algn="ctr">
                <a:lnSpc>
                  <a:spcPts val="4199"/>
                </a:lnSpc>
              </a:pPr>
            </a:p>
            <a:p>
              <a:pPr algn="ctr">
                <a:lnSpc>
                  <a:spcPts val="4199"/>
                </a:lnSpc>
              </a:pPr>
            </a:p>
            <a:p>
              <a:pPr algn="ctr">
                <a:lnSpc>
                  <a:spcPts val="4199"/>
                </a:lnSpc>
              </a:pPr>
            </a:p>
            <a:p>
              <a:pPr algn="ctr">
                <a:lnSpc>
                  <a:spcPts val="4199"/>
                </a:lnSpc>
              </a:pPr>
            </a:p>
            <a:p>
              <a:pPr algn="ctr">
                <a:lnSpc>
                  <a:spcPts val="4199"/>
                </a:lnSpc>
              </a:pPr>
            </a:p>
            <a:p>
              <a:pPr algn="ctr">
                <a:lnSpc>
                  <a:spcPts val="4199"/>
                </a:lnSpc>
              </a:pPr>
            </a:p>
            <a:p>
              <a:pPr algn="ctr">
                <a:lnSpc>
                  <a:spcPts val="4199"/>
                </a:lnSpc>
              </a:pPr>
            </a:p>
            <a:p>
              <a:pPr algn="ctr">
                <a:lnSpc>
                  <a:spcPts val="4199"/>
                </a:lnSpc>
              </a:pPr>
            </a:p>
            <a:p>
              <a:pPr algn="ctr">
                <a:lnSpc>
                  <a:spcPts val="4199"/>
                </a:lnSpc>
              </a:pPr>
            </a:p>
            <a:p>
              <a:pPr algn="ctr">
                <a:lnSpc>
                  <a:spcPts val="4199"/>
                </a:lnSpc>
              </a:pPr>
            </a:p>
            <a:p>
              <a:pPr algn="ctr">
                <a:lnSpc>
                  <a:spcPts val="41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974616" y="-610698"/>
            <a:ext cx="4542651" cy="3892323"/>
          </a:xfrm>
          <a:custGeom>
            <a:avLst/>
            <a:gdLst/>
            <a:ahLst/>
            <a:cxnLst/>
            <a:rect r="r" b="b" t="t" l="l"/>
            <a:pathLst>
              <a:path h="3892323" w="4542651">
                <a:moveTo>
                  <a:pt x="0" y="0"/>
                </a:moveTo>
                <a:lnTo>
                  <a:pt x="4542651" y="0"/>
                </a:lnTo>
                <a:lnTo>
                  <a:pt x="4542651" y="3892324"/>
                </a:lnTo>
                <a:lnTo>
                  <a:pt x="0" y="3892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353" r="0" b="-8353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68826" y="4518138"/>
            <a:ext cx="2443945" cy="693792"/>
            <a:chOff x="0" y="0"/>
            <a:chExt cx="381436" cy="1082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436" cy="108283"/>
            </a:xfrm>
            <a:custGeom>
              <a:avLst/>
              <a:gdLst/>
              <a:ahLst/>
              <a:cxnLst/>
              <a:rect r="r" b="b" t="t" l="l"/>
              <a:pathLst>
                <a:path h="108283" w="381436">
                  <a:moveTo>
                    <a:pt x="54141" y="0"/>
                  </a:moveTo>
                  <a:lnTo>
                    <a:pt x="327294" y="0"/>
                  </a:lnTo>
                  <a:cubicBezTo>
                    <a:pt x="357196" y="0"/>
                    <a:pt x="381436" y="24240"/>
                    <a:pt x="381436" y="54141"/>
                  </a:cubicBezTo>
                  <a:lnTo>
                    <a:pt x="381436" y="54141"/>
                  </a:lnTo>
                  <a:cubicBezTo>
                    <a:pt x="381436" y="68501"/>
                    <a:pt x="375732" y="82272"/>
                    <a:pt x="365578" y="92425"/>
                  </a:cubicBezTo>
                  <a:cubicBezTo>
                    <a:pt x="355425" y="102579"/>
                    <a:pt x="341654" y="108283"/>
                    <a:pt x="327294" y="108283"/>
                  </a:cubicBezTo>
                  <a:lnTo>
                    <a:pt x="54141" y="108283"/>
                  </a:lnTo>
                  <a:cubicBezTo>
                    <a:pt x="39782" y="108283"/>
                    <a:pt x="26011" y="102579"/>
                    <a:pt x="15858" y="92425"/>
                  </a:cubicBezTo>
                  <a:cubicBezTo>
                    <a:pt x="5704" y="82272"/>
                    <a:pt x="0" y="68501"/>
                    <a:pt x="0" y="54141"/>
                  </a:cubicBezTo>
                  <a:lnTo>
                    <a:pt x="0" y="54141"/>
                  </a:lnTo>
                  <a:cubicBezTo>
                    <a:pt x="0" y="39782"/>
                    <a:pt x="5704" y="26011"/>
                    <a:pt x="15858" y="15858"/>
                  </a:cubicBezTo>
                  <a:cubicBezTo>
                    <a:pt x="26011" y="5704"/>
                    <a:pt x="39782" y="0"/>
                    <a:pt x="5414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81436" cy="146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364013" y="2505918"/>
            <a:ext cx="330524" cy="434900"/>
          </a:xfrm>
          <a:custGeom>
            <a:avLst/>
            <a:gdLst/>
            <a:ahLst/>
            <a:cxnLst/>
            <a:rect r="r" b="b" t="t" l="l"/>
            <a:pathLst>
              <a:path h="434900" w="330524">
                <a:moveTo>
                  <a:pt x="0" y="0"/>
                </a:moveTo>
                <a:lnTo>
                  <a:pt x="330524" y="0"/>
                </a:lnTo>
                <a:lnTo>
                  <a:pt x="330524" y="434900"/>
                </a:lnTo>
                <a:lnTo>
                  <a:pt x="0" y="434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91170" y="3607361"/>
            <a:ext cx="301731" cy="317915"/>
          </a:xfrm>
          <a:custGeom>
            <a:avLst/>
            <a:gdLst/>
            <a:ahLst/>
            <a:cxnLst/>
            <a:rect r="r" b="b" t="t" l="l"/>
            <a:pathLst>
              <a:path h="317915" w="301731">
                <a:moveTo>
                  <a:pt x="0" y="0"/>
                </a:moveTo>
                <a:lnTo>
                  <a:pt x="301731" y="0"/>
                </a:lnTo>
                <a:lnTo>
                  <a:pt x="301731" y="317915"/>
                </a:lnTo>
                <a:lnTo>
                  <a:pt x="0" y="3179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9311" y="4677709"/>
            <a:ext cx="309086" cy="374650"/>
          </a:xfrm>
          <a:custGeom>
            <a:avLst/>
            <a:gdLst/>
            <a:ahLst/>
            <a:cxnLst/>
            <a:rect r="r" b="b" t="t" l="l"/>
            <a:pathLst>
              <a:path h="374650" w="309086">
                <a:moveTo>
                  <a:pt x="0" y="0"/>
                </a:moveTo>
                <a:lnTo>
                  <a:pt x="309086" y="0"/>
                </a:lnTo>
                <a:lnTo>
                  <a:pt x="309086" y="374650"/>
                </a:lnTo>
                <a:lnTo>
                  <a:pt x="0" y="3746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9311" y="5143500"/>
            <a:ext cx="3697867" cy="4455261"/>
          </a:xfrm>
          <a:custGeom>
            <a:avLst/>
            <a:gdLst/>
            <a:ahLst/>
            <a:cxnLst/>
            <a:rect r="r" b="b" t="t" l="l"/>
            <a:pathLst>
              <a:path h="4455261" w="3697867">
                <a:moveTo>
                  <a:pt x="0" y="0"/>
                </a:moveTo>
                <a:lnTo>
                  <a:pt x="3697867" y="0"/>
                </a:lnTo>
                <a:lnTo>
                  <a:pt x="3697867" y="4455261"/>
                </a:lnTo>
                <a:lnTo>
                  <a:pt x="0" y="44552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718431" y="8055146"/>
            <a:ext cx="2569569" cy="3426092"/>
          </a:xfrm>
          <a:custGeom>
            <a:avLst/>
            <a:gdLst/>
            <a:ahLst/>
            <a:cxnLst/>
            <a:rect r="r" b="b" t="t" l="l"/>
            <a:pathLst>
              <a:path h="3426092" w="2569569">
                <a:moveTo>
                  <a:pt x="0" y="0"/>
                </a:moveTo>
                <a:lnTo>
                  <a:pt x="2569569" y="0"/>
                </a:lnTo>
                <a:lnTo>
                  <a:pt x="2569569" y="3426092"/>
                </a:lnTo>
                <a:lnTo>
                  <a:pt x="0" y="342609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720194" y="8635439"/>
            <a:ext cx="1699129" cy="2265505"/>
          </a:xfrm>
          <a:custGeom>
            <a:avLst/>
            <a:gdLst/>
            <a:ahLst/>
            <a:cxnLst/>
            <a:rect r="r" b="b" t="t" l="l"/>
            <a:pathLst>
              <a:path h="2265505" w="1699129">
                <a:moveTo>
                  <a:pt x="0" y="0"/>
                </a:moveTo>
                <a:lnTo>
                  <a:pt x="1699128" y="0"/>
                </a:lnTo>
                <a:lnTo>
                  <a:pt x="1699128" y="2265506"/>
                </a:lnTo>
                <a:lnTo>
                  <a:pt x="0" y="22655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974515" y="9253842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639425" y="9433882"/>
            <a:ext cx="947808" cy="577932"/>
          </a:xfrm>
          <a:custGeom>
            <a:avLst/>
            <a:gdLst/>
            <a:ahLst/>
            <a:cxnLst/>
            <a:rect r="r" b="b" t="t" l="l"/>
            <a:pathLst>
              <a:path h="577932" w="947808">
                <a:moveTo>
                  <a:pt x="0" y="0"/>
                </a:moveTo>
                <a:lnTo>
                  <a:pt x="947808" y="0"/>
                </a:lnTo>
                <a:lnTo>
                  <a:pt x="947808" y="577932"/>
                </a:lnTo>
                <a:lnTo>
                  <a:pt x="0" y="57793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graphicFrame>
        <p:nvGraphicFramePr>
          <p:cNvPr name="Object 27" id="27"/>
          <p:cNvGraphicFramePr/>
          <p:nvPr/>
        </p:nvGraphicFramePr>
        <p:xfrm>
          <a:off x="3544197" y="3052319"/>
          <a:ext cx="16230600" cy="5484356"/>
        </p:xfrm>
        <a:graphic>
          <a:graphicData uri="http://schemas.openxmlformats.org/presentationml/2006/ole">
            <p:oleObj imgW="19469100" imgH="8724900" r:id="rId1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28" id="28"/>
          <p:cNvSpPr/>
          <p:nvPr/>
        </p:nvSpPr>
        <p:spPr>
          <a:xfrm flipH="false" flipV="false" rot="0">
            <a:off x="-373679" y="6793080"/>
            <a:ext cx="3688923" cy="3688923"/>
          </a:xfrm>
          <a:custGeom>
            <a:avLst/>
            <a:gdLst/>
            <a:ahLst/>
            <a:cxnLst/>
            <a:rect r="r" b="b" t="t" l="l"/>
            <a:pathLst>
              <a:path h="3688923" w="3688923">
                <a:moveTo>
                  <a:pt x="0" y="0"/>
                </a:moveTo>
                <a:lnTo>
                  <a:pt x="3688923" y="0"/>
                </a:lnTo>
                <a:lnTo>
                  <a:pt x="3688923" y="3688923"/>
                </a:lnTo>
                <a:lnTo>
                  <a:pt x="0" y="368892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809790" y="2488418"/>
            <a:ext cx="140779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Inventory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30213" y="3531368"/>
            <a:ext cx="76021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Sales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71920" y="4582459"/>
            <a:ext cx="198036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Order history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71649" y="1279139"/>
            <a:ext cx="1638300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Dashboard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2972348" y="829713"/>
            <a:ext cx="6316914" cy="66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2"/>
              </a:lnSpc>
            </a:pPr>
            <a:r>
              <a:rPr lang="en-US" sz="38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Order history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C3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95210" y="3086100"/>
            <a:ext cx="3497580" cy="4114800"/>
          </a:xfrm>
          <a:custGeom>
            <a:avLst/>
            <a:gdLst/>
            <a:ahLst/>
            <a:cxnLst/>
            <a:rect r="r" b="b" t="t" l="l"/>
            <a:pathLst>
              <a:path h="4114800" w="3497580">
                <a:moveTo>
                  <a:pt x="0" y="0"/>
                </a:moveTo>
                <a:lnTo>
                  <a:pt x="3497580" y="0"/>
                </a:lnTo>
                <a:lnTo>
                  <a:pt x="34975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15305" y="1457642"/>
            <a:ext cx="484718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Any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DAHC0WSRrtA</dc:identifier>
  <dcterms:modified xsi:type="dcterms:W3CDTF">2011-08-01T06:04:30Z</dcterms:modified>
  <cp:revision>1</cp:revision>
  <dc:title>Dashboard</dc:title>
</cp:coreProperties>
</file>