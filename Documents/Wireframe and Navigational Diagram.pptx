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nva Sans" panose="020B0604020202020204" charset="0"/>
      <p:regular r:id="rId10"/>
    </p:embeddedFont>
    <p:embeddedFont>
      <p:font typeface="Canva Sans Bold" panose="020B0604020202020204" charset="0"/>
      <p:regular r:id="rId11"/>
    </p:embeddedFont>
    <p:embeddedFont>
      <p:font typeface="DM Sans Bold" panose="020B0604020202020204" charset="0"/>
      <p:regular r:id="rId12"/>
    </p:embeddedFont>
    <p:embeddedFont>
      <p:font typeface="Montserrat" panose="00000500000000000000" pitchFamily="2" charset="0"/>
      <p:regular r:id="rId13"/>
    </p:embeddedFont>
    <p:embeddedFont>
      <p:font typeface="Montserrat Bold" panose="020B0604020202020204" charset="0"/>
      <p:regular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Bold" panose="020B0806030504020204" pitchFamily="34" charset="0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5" d="100"/>
          <a:sy n="105" d="100"/>
        </p:scale>
        <p:origin x="414" y="1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03/07/2026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5.png"/><Relationship Id="rId17" Type="http://schemas.openxmlformats.org/officeDocument/2006/relationships/image" Target="../media/image10.png"/><Relationship Id="rId2" Type="http://schemas.openxmlformats.org/officeDocument/2006/relationships/image" Target="../media/image3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8.png"/><Relationship Id="rId10" Type="http://schemas.openxmlformats.org/officeDocument/2006/relationships/image" Target="../media/image20.sv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7.png"/><Relationship Id="rId18" Type="http://schemas.openxmlformats.org/officeDocument/2006/relationships/image" Target="../media/image24.sv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6.png"/><Relationship Id="rId17" Type="http://schemas.openxmlformats.org/officeDocument/2006/relationships/image" Target="../media/image23.png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5.png"/><Relationship Id="rId5" Type="http://schemas.openxmlformats.org/officeDocument/2006/relationships/image" Target="../media/image15.png"/><Relationship Id="rId15" Type="http://schemas.openxmlformats.org/officeDocument/2006/relationships/image" Target="../media/image9.png"/><Relationship Id="rId10" Type="http://schemas.openxmlformats.org/officeDocument/2006/relationships/image" Target="../media/image20.svg"/><Relationship Id="rId4" Type="http://schemas.openxmlformats.org/officeDocument/2006/relationships/image" Target="../media/image22.png"/><Relationship Id="rId9" Type="http://schemas.openxmlformats.org/officeDocument/2006/relationships/image" Target="../media/image19.png"/><Relationship Id="rId1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5.png"/><Relationship Id="rId1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9.png"/><Relationship Id="rId2" Type="http://schemas.openxmlformats.org/officeDocument/2006/relationships/image" Target="../media/image3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11" Type="http://schemas.openxmlformats.org/officeDocument/2006/relationships/image" Target="../media/image19.png"/><Relationship Id="rId5" Type="http://schemas.openxmlformats.org/officeDocument/2006/relationships/image" Target="../media/image26.png"/><Relationship Id="rId15" Type="http://schemas.openxmlformats.org/officeDocument/2006/relationships/image" Target="../media/image7.png"/><Relationship Id="rId10" Type="http://schemas.openxmlformats.org/officeDocument/2006/relationships/image" Target="../media/image18.svg"/><Relationship Id="rId4" Type="http://schemas.openxmlformats.org/officeDocument/2006/relationships/image" Target="../media/image25.png"/><Relationship Id="rId9" Type="http://schemas.openxmlformats.org/officeDocument/2006/relationships/image" Target="../media/image17.png"/><Relationship Id="rId1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12" Type="http://schemas.openxmlformats.org/officeDocument/2006/relationships/image" Target="../media/image8.png"/><Relationship Id="rId17" Type="http://schemas.openxmlformats.org/officeDocument/2006/relationships/image" Target="../media/image6.png"/><Relationship Id="rId2" Type="http://schemas.openxmlformats.org/officeDocument/2006/relationships/image" Target="../media/image3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7.png"/><Relationship Id="rId5" Type="http://schemas.openxmlformats.org/officeDocument/2006/relationships/image" Target="../media/image16.svg"/><Relationship Id="rId15" Type="http://schemas.openxmlformats.org/officeDocument/2006/relationships/oleObject" Target="../embeddings/oleObject1.bin"/><Relationship Id="rId10" Type="http://schemas.openxmlformats.org/officeDocument/2006/relationships/image" Target="../media/image5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5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945013" y="823913"/>
            <a:ext cx="12736649" cy="7207249"/>
            <a:chOff x="0" y="0"/>
            <a:chExt cx="16982198" cy="9609666"/>
          </a:xfrm>
        </p:grpSpPr>
        <p:sp>
          <p:nvSpPr>
            <p:cNvPr id="3" name="TextBox 3"/>
            <p:cNvSpPr txBox="1"/>
            <p:nvPr/>
          </p:nvSpPr>
          <p:spPr>
            <a:xfrm>
              <a:off x="0" y="-152400"/>
              <a:ext cx="11274630" cy="93429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200"/>
                </a:lnSpc>
              </a:pPr>
              <a:r>
                <a:rPr lang="en-US" sz="8000" b="1">
                  <a:solidFill>
                    <a:srgbClr val="847B4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Wireframe </a:t>
              </a:r>
            </a:p>
            <a:p>
              <a:pPr algn="ctr">
                <a:lnSpc>
                  <a:spcPts val="11200"/>
                </a:lnSpc>
              </a:pPr>
              <a:r>
                <a:rPr lang="en-US" sz="8000" b="1">
                  <a:solidFill>
                    <a:srgbClr val="847B4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and </a:t>
              </a:r>
            </a:p>
            <a:p>
              <a:pPr algn="ctr">
                <a:lnSpc>
                  <a:spcPts val="11200"/>
                </a:lnSpc>
              </a:pPr>
              <a:r>
                <a:rPr lang="en-US" sz="8000" b="1">
                  <a:solidFill>
                    <a:srgbClr val="847B4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Navigation Diagram</a:t>
              </a:r>
            </a:p>
            <a:p>
              <a:pPr algn="ctr">
                <a:lnSpc>
                  <a:spcPts val="11200"/>
                </a:lnSpc>
              </a:pPr>
              <a:endParaRPr lang="en-US" sz="8000" b="1">
                <a:solidFill>
                  <a:srgbClr val="847B4F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  <p:sp>
          <p:nvSpPr>
            <p:cNvPr id="4" name="Freeform 4"/>
            <p:cNvSpPr/>
            <p:nvPr/>
          </p:nvSpPr>
          <p:spPr>
            <a:xfrm>
              <a:off x="11274630" y="1416049"/>
              <a:ext cx="5707568" cy="5486400"/>
            </a:xfrm>
            <a:custGeom>
              <a:avLst/>
              <a:gdLst/>
              <a:ahLst/>
              <a:cxnLst/>
              <a:rect l="l" t="t" r="r" b="b"/>
              <a:pathLst>
                <a:path w="5707568" h="5486400">
                  <a:moveTo>
                    <a:pt x="0" y="0"/>
                  </a:moveTo>
                  <a:lnTo>
                    <a:pt x="5707568" y="0"/>
                  </a:lnTo>
                  <a:lnTo>
                    <a:pt x="5707568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010278" y="7918872"/>
              <a:ext cx="7289800" cy="16907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Team Azure</a:t>
              </a:r>
            </a:p>
            <a:p>
              <a:pPr algn="ctr">
                <a:lnSpc>
                  <a:spcPts val="4759"/>
                </a:lnSpc>
              </a:pPr>
              <a:r>
                <a:rPr lang="en-US" sz="33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Sangam, Damien, Yohanna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5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5903" y="0"/>
            <a:ext cx="17282097" cy="9917531"/>
            <a:chOff x="0" y="0"/>
            <a:chExt cx="23042796" cy="13223375"/>
          </a:xfrm>
        </p:grpSpPr>
        <p:grpSp>
          <p:nvGrpSpPr>
            <p:cNvPr id="3" name="Group 3"/>
            <p:cNvGrpSpPr/>
            <p:nvPr/>
          </p:nvGrpSpPr>
          <p:grpSpPr>
            <a:xfrm>
              <a:off x="14977736" y="0"/>
              <a:ext cx="8065060" cy="2174739"/>
              <a:chOff x="0" y="0"/>
              <a:chExt cx="3027774" cy="816438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3027774" cy="816438"/>
              </a:xfrm>
              <a:custGeom>
                <a:avLst/>
                <a:gdLst/>
                <a:ahLst/>
                <a:cxnLst/>
                <a:rect l="l" t="t" r="r" b="b"/>
                <a:pathLst>
                  <a:path w="3027774" h="816438">
                    <a:moveTo>
                      <a:pt x="15359" y="0"/>
                    </a:moveTo>
                    <a:lnTo>
                      <a:pt x="3012415" y="0"/>
                    </a:lnTo>
                    <a:cubicBezTo>
                      <a:pt x="3020897" y="0"/>
                      <a:pt x="3027774" y="6876"/>
                      <a:pt x="3027774" y="15359"/>
                    </a:cubicBezTo>
                    <a:lnTo>
                      <a:pt x="3027774" y="801079"/>
                    </a:lnTo>
                    <a:cubicBezTo>
                      <a:pt x="3027774" y="809561"/>
                      <a:pt x="3020897" y="816438"/>
                      <a:pt x="3012415" y="816438"/>
                    </a:cubicBezTo>
                    <a:lnTo>
                      <a:pt x="15359" y="816438"/>
                    </a:lnTo>
                    <a:cubicBezTo>
                      <a:pt x="6876" y="816438"/>
                      <a:pt x="0" y="809561"/>
                      <a:pt x="0" y="801079"/>
                    </a:cubicBezTo>
                    <a:lnTo>
                      <a:pt x="0" y="15359"/>
                    </a:lnTo>
                    <a:cubicBezTo>
                      <a:pt x="0" y="6876"/>
                      <a:pt x="6876" y="0"/>
                      <a:pt x="15359" y="0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161925"/>
                <a:ext cx="3027774" cy="978363"/>
              </a:xfrm>
              <a:prstGeom prst="rect">
                <a:avLst/>
              </a:prstGeom>
            </p:spPr>
            <p:txBody>
              <a:bodyPr lIns="6288" tIns="6288" rIns="6288" bIns="6288" rtlCol="0" anchor="ctr"/>
              <a:lstStyle/>
              <a:p>
                <a:pPr algn="ctr">
                  <a:lnSpc>
                    <a:spcPts val="11270"/>
                  </a:lnSpc>
                </a:pPr>
                <a:r>
                  <a:rPr lang="en-US" sz="8050" b="1" spc="-96">
                    <a:solidFill>
                      <a:srgbClr val="000000"/>
                    </a:solidFill>
                    <a:latin typeface="DM Sans Bold"/>
                    <a:ea typeface="DM Sans Bold"/>
                    <a:cs typeface="DM Sans Bold"/>
                    <a:sym typeface="DM Sans Bold"/>
                  </a:rPr>
                  <a:t>Stock Pilot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1091799"/>
              <a:ext cx="6745139" cy="1443271"/>
              <a:chOff x="0" y="0"/>
              <a:chExt cx="1870433" cy="4002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870433" cy="400220"/>
              </a:xfrm>
              <a:custGeom>
                <a:avLst/>
                <a:gdLst/>
                <a:ahLst/>
                <a:cxnLst/>
                <a:rect l="l" t="t" r="r" b="b"/>
                <a:pathLst>
                  <a:path w="1870433" h="400220">
                    <a:moveTo>
                      <a:pt x="935217" y="0"/>
                    </a:moveTo>
                    <a:cubicBezTo>
                      <a:pt x="418711" y="0"/>
                      <a:pt x="0" y="89592"/>
                      <a:pt x="0" y="200110"/>
                    </a:cubicBezTo>
                    <a:cubicBezTo>
                      <a:pt x="0" y="310628"/>
                      <a:pt x="418711" y="400220"/>
                      <a:pt x="935217" y="400220"/>
                    </a:cubicBezTo>
                    <a:cubicBezTo>
                      <a:pt x="1451723" y="400220"/>
                      <a:pt x="1870433" y="310628"/>
                      <a:pt x="1870433" y="200110"/>
                    </a:cubicBezTo>
                    <a:cubicBezTo>
                      <a:pt x="1870433" y="89592"/>
                      <a:pt x="1451723" y="0"/>
                      <a:pt x="935217" y="0"/>
                    </a:cubicBezTo>
                    <a:lnTo>
                      <a:pt x="935217" y="0"/>
                    </a:lnTo>
                    <a:close/>
                  </a:path>
                </a:pathLst>
              </a:custGeom>
              <a:solidFill>
                <a:srgbClr val="737D4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75353" y="37521"/>
                <a:ext cx="1519727" cy="325179"/>
              </a:xfrm>
              <a:prstGeom prst="rect">
                <a:avLst/>
              </a:prstGeom>
            </p:spPr>
            <p:txBody>
              <a:bodyPr lIns="25151" tIns="25151" rIns="25151" bIns="25151" rtlCol="0" anchor="ctr"/>
              <a:lstStyle/>
              <a:p>
                <a:pPr algn="ctr">
                  <a:lnSpc>
                    <a:spcPts val="2741"/>
                  </a:lnSpc>
                </a:pPr>
                <a:r>
                  <a:rPr lang="en-US" sz="2284" b="1">
                    <a:solidFill>
                      <a:srgbClr val="00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Starting Page/Home Page</a:t>
                </a: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381587" y="7278043"/>
              <a:ext cx="4400166" cy="5394768"/>
              <a:chOff x="0" y="0"/>
              <a:chExt cx="2661371" cy="326294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661371" cy="3262941"/>
              </a:xfrm>
              <a:custGeom>
                <a:avLst/>
                <a:gdLst/>
                <a:ahLst/>
                <a:cxnLst/>
                <a:rect l="l" t="t" r="r" b="b"/>
                <a:pathLst>
                  <a:path w="2661371" h="3262941">
                    <a:moveTo>
                      <a:pt x="39881" y="0"/>
                    </a:moveTo>
                    <a:lnTo>
                      <a:pt x="2621490" y="0"/>
                    </a:lnTo>
                    <a:cubicBezTo>
                      <a:pt x="2632067" y="0"/>
                      <a:pt x="2642211" y="4202"/>
                      <a:pt x="2649690" y="11681"/>
                    </a:cubicBezTo>
                    <a:cubicBezTo>
                      <a:pt x="2657169" y="19160"/>
                      <a:pt x="2661371" y="29304"/>
                      <a:pt x="2661371" y="39881"/>
                    </a:cubicBezTo>
                    <a:lnTo>
                      <a:pt x="2661371" y="3223060"/>
                    </a:lnTo>
                    <a:cubicBezTo>
                      <a:pt x="2661371" y="3233637"/>
                      <a:pt x="2657169" y="3243781"/>
                      <a:pt x="2649690" y="3251260"/>
                    </a:cubicBezTo>
                    <a:cubicBezTo>
                      <a:pt x="2642211" y="3258739"/>
                      <a:pt x="2632067" y="3262941"/>
                      <a:pt x="2621490" y="3262941"/>
                    </a:cubicBezTo>
                    <a:lnTo>
                      <a:pt x="39881" y="3262941"/>
                    </a:lnTo>
                    <a:cubicBezTo>
                      <a:pt x="29304" y="3262941"/>
                      <a:pt x="19160" y="3258739"/>
                      <a:pt x="11681" y="3251260"/>
                    </a:cubicBezTo>
                    <a:cubicBezTo>
                      <a:pt x="4202" y="3243781"/>
                      <a:pt x="0" y="3233637"/>
                      <a:pt x="0" y="3223060"/>
                    </a:cubicBezTo>
                    <a:lnTo>
                      <a:pt x="0" y="39881"/>
                    </a:lnTo>
                    <a:cubicBezTo>
                      <a:pt x="0" y="29304"/>
                      <a:pt x="4202" y="19160"/>
                      <a:pt x="11681" y="11681"/>
                    </a:cubicBezTo>
                    <a:cubicBezTo>
                      <a:pt x="19160" y="4202"/>
                      <a:pt x="29304" y="0"/>
                      <a:pt x="39881" y="0"/>
                    </a:cubicBezTo>
                    <a:close/>
                  </a:path>
                </a:pathLst>
              </a:custGeom>
              <a:solidFill>
                <a:srgbClr val="DEC3A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661371" cy="3262941"/>
              </a:xfrm>
              <a:prstGeom prst="rect">
                <a:avLst/>
              </a:prstGeom>
            </p:spPr>
            <p:txBody>
              <a:bodyPr lIns="25151" tIns="25151" rIns="25151" bIns="25151" rtlCol="0" anchor="ctr"/>
              <a:lstStyle/>
              <a:p>
                <a:pPr algn="ctr">
                  <a:lnSpc>
                    <a:spcPts val="3119"/>
                  </a:lnSpc>
                </a:pPr>
                <a:r>
                  <a:rPr lang="en-US" sz="2599" b="1">
                    <a:solidFill>
                      <a:srgbClr val="00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Inventory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 b="1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Total Items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Low Stock Alert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Out of stock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Order’s to Deliver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Inventory usages 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Items to Restock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8844226" y="336831"/>
              <a:ext cx="4400166" cy="5165980"/>
              <a:chOff x="0" y="0"/>
              <a:chExt cx="2661371" cy="3124562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661371" cy="3124562"/>
              </a:xfrm>
              <a:custGeom>
                <a:avLst/>
                <a:gdLst/>
                <a:ahLst/>
                <a:cxnLst/>
                <a:rect l="l" t="t" r="r" b="b"/>
                <a:pathLst>
                  <a:path w="2661371" h="3124562">
                    <a:moveTo>
                      <a:pt x="39881" y="0"/>
                    </a:moveTo>
                    <a:lnTo>
                      <a:pt x="2621490" y="0"/>
                    </a:lnTo>
                    <a:cubicBezTo>
                      <a:pt x="2632067" y="0"/>
                      <a:pt x="2642211" y="4202"/>
                      <a:pt x="2649690" y="11681"/>
                    </a:cubicBezTo>
                    <a:cubicBezTo>
                      <a:pt x="2657169" y="19160"/>
                      <a:pt x="2661371" y="29304"/>
                      <a:pt x="2661371" y="39881"/>
                    </a:cubicBezTo>
                    <a:lnTo>
                      <a:pt x="2661371" y="3084681"/>
                    </a:lnTo>
                    <a:cubicBezTo>
                      <a:pt x="2661371" y="3095258"/>
                      <a:pt x="2657169" y="3105402"/>
                      <a:pt x="2649690" y="3112881"/>
                    </a:cubicBezTo>
                    <a:cubicBezTo>
                      <a:pt x="2642211" y="3120360"/>
                      <a:pt x="2632067" y="3124562"/>
                      <a:pt x="2621490" y="3124562"/>
                    </a:cubicBezTo>
                    <a:lnTo>
                      <a:pt x="39881" y="3124562"/>
                    </a:lnTo>
                    <a:cubicBezTo>
                      <a:pt x="29304" y="3124562"/>
                      <a:pt x="19160" y="3120360"/>
                      <a:pt x="11681" y="3112881"/>
                    </a:cubicBezTo>
                    <a:cubicBezTo>
                      <a:pt x="4202" y="3105402"/>
                      <a:pt x="0" y="3095258"/>
                      <a:pt x="0" y="3084681"/>
                    </a:cubicBezTo>
                    <a:lnTo>
                      <a:pt x="0" y="39881"/>
                    </a:lnTo>
                    <a:cubicBezTo>
                      <a:pt x="0" y="29304"/>
                      <a:pt x="4202" y="19160"/>
                      <a:pt x="11681" y="11681"/>
                    </a:cubicBezTo>
                    <a:cubicBezTo>
                      <a:pt x="19160" y="4202"/>
                      <a:pt x="29304" y="0"/>
                      <a:pt x="39881" y="0"/>
                    </a:cubicBezTo>
                    <a:close/>
                  </a:path>
                </a:pathLst>
              </a:custGeom>
              <a:solidFill>
                <a:srgbClr val="DEC3A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661371" cy="3124562"/>
              </a:xfrm>
              <a:prstGeom prst="rect">
                <a:avLst/>
              </a:prstGeom>
            </p:spPr>
            <p:txBody>
              <a:bodyPr lIns="25151" tIns="25151" rIns="25151" bIns="25151" rtlCol="0" anchor="ctr"/>
              <a:lstStyle/>
              <a:p>
                <a:pPr algn="ctr">
                  <a:lnSpc>
                    <a:spcPts val="3119"/>
                  </a:lnSpc>
                </a:pPr>
                <a:r>
                  <a:rPr lang="en-US" sz="2599" b="1">
                    <a:solidFill>
                      <a:srgbClr val="00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Dashboard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 b="1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Low Stock Alert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Total Stock Value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Today’s Sale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Order’s to Restock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Sales Overview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Inventory Status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8844226" y="7278043"/>
              <a:ext cx="4400166" cy="5394768"/>
              <a:chOff x="0" y="0"/>
              <a:chExt cx="2661371" cy="326294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661371" cy="3262941"/>
              </a:xfrm>
              <a:custGeom>
                <a:avLst/>
                <a:gdLst/>
                <a:ahLst/>
                <a:cxnLst/>
                <a:rect l="l" t="t" r="r" b="b"/>
                <a:pathLst>
                  <a:path w="2661371" h="3262941">
                    <a:moveTo>
                      <a:pt x="39881" y="0"/>
                    </a:moveTo>
                    <a:lnTo>
                      <a:pt x="2621490" y="0"/>
                    </a:lnTo>
                    <a:cubicBezTo>
                      <a:pt x="2632067" y="0"/>
                      <a:pt x="2642211" y="4202"/>
                      <a:pt x="2649690" y="11681"/>
                    </a:cubicBezTo>
                    <a:cubicBezTo>
                      <a:pt x="2657169" y="19160"/>
                      <a:pt x="2661371" y="29304"/>
                      <a:pt x="2661371" y="39881"/>
                    </a:cubicBezTo>
                    <a:lnTo>
                      <a:pt x="2661371" y="3223060"/>
                    </a:lnTo>
                    <a:cubicBezTo>
                      <a:pt x="2661371" y="3233637"/>
                      <a:pt x="2657169" y="3243781"/>
                      <a:pt x="2649690" y="3251260"/>
                    </a:cubicBezTo>
                    <a:cubicBezTo>
                      <a:pt x="2642211" y="3258739"/>
                      <a:pt x="2632067" y="3262941"/>
                      <a:pt x="2621490" y="3262941"/>
                    </a:cubicBezTo>
                    <a:lnTo>
                      <a:pt x="39881" y="3262941"/>
                    </a:lnTo>
                    <a:cubicBezTo>
                      <a:pt x="29304" y="3262941"/>
                      <a:pt x="19160" y="3258739"/>
                      <a:pt x="11681" y="3251260"/>
                    </a:cubicBezTo>
                    <a:cubicBezTo>
                      <a:pt x="4202" y="3243781"/>
                      <a:pt x="0" y="3233637"/>
                      <a:pt x="0" y="3223060"/>
                    </a:cubicBezTo>
                    <a:lnTo>
                      <a:pt x="0" y="39881"/>
                    </a:lnTo>
                    <a:cubicBezTo>
                      <a:pt x="0" y="29304"/>
                      <a:pt x="4202" y="19160"/>
                      <a:pt x="11681" y="11681"/>
                    </a:cubicBezTo>
                    <a:cubicBezTo>
                      <a:pt x="19160" y="4202"/>
                      <a:pt x="29304" y="0"/>
                      <a:pt x="39881" y="0"/>
                    </a:cubicBezTo>
                    <a:close/>
                  </a:path>
                </a:pathLst>
              </a:custGeom>
              <a:solidFill>
                <a:srgbClr val="DEC3A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2661371" cy="3262941"/>
              </a:xfrm>
              <a:prstGeom prst="rect">
                <a:avLst/>
              </a:prstGeom>
            </p:spPr>
            <p:txBody>
              <a:bodyPr lIns="25151" tIns="25151" rIns="25151" bIns="25151" rtlCol="0" anchor="ctr"/>
              <a:lstStyle/>
              <a:p>
                <a:pPr algn="ctr">
                  <a:lnSpc>
                    <a:spcPts val="3119"/>
                  </a:lnSpc>
                </a:pPr>
                <a:r>
                  <a:rPr lang="en-US" sz="2599" b="1">
                    <a:solidFill>
                      <a:srgbClr val="00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Sales 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 b="1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Total Revenue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Total orders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Top Selling Item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Ave. Order Value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Sales Chart</a:t>
                </a:r>
              </a:p>
              <a:p>
                <a:pPr algn="ctr">
                  <a:lnSpc>
                    <a:spcPts val="3119"/>
                  </a:lnSpc>
                </a:pPr>
                <a:r>
                  <a:rPr lang="en-US" sz="25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Top Products</a:t>
                </a:r>
              </a:p>
              <a:p>
                <a:pPr algn="ctr">
                  <a:lnSpc>
                    <a:spcPts val="3119"/>
                  </a:lnSpc>
                </a:pPr>
                <a:endParaRPr lang="en-US" sz="25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7301426" y="7278043"/>
              <a:ext cx="4400166" cy="5394768"/>
              <a:chOff x="0" y="0"/>
              <a:chExt cx="2661371" cy="326294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661371" cy="3262941"/>
              </a:xfrm>
              <a:custGeom>
                <a:avLst/>
                <a:gdLst/>
                <a:ahLst/>
                <a:cxnLst/>
                <a:rect l="l" t="t" r="r" b="b"/>
                <a:pathLst>
                  <a:path w="2661371" h="3262941">
                    <a:moveTo>
                      <a:pt x="39881" y="0"/>
                    </a:moveTo>
                    <a:lnTo>
                      <a:pt x="2621490" y="0"/>
                    </a:lnTo>
                    <a:cubicBezTo>
                      <a:pt x="2632067" y="0"/>
                      <a:pt x="2642211" y="4202"/>
                      <a:pt x="2649690" y="11681"/>
                    </a:cubicBezTo>
                    <a:cubicBezTo>
                      <a:pt x="2657169" y="19160"/>
                      <a:pt x="2661371" y="29304"/>
                      <a:pt x="2661371" y="39881"/>
                    </a:cubicBezTo>
                    <a:lnTo>
                      <a:pt x="2661371" y="3223060"/>
                    </a:lnTo>
                    <a:cubicBezTo>
                      <a:pt x="2661371" y="3233637"/>
                      <a:pt x="2657169" y="3243781"/>
                      <a:pt x="2649690" y="3251260"/>
                    </a:cubicBezTo>
                    <a:cubicBezTo>
                      <a:pt x="2642211" y="3258739"/>
                      <a:pt x="2632067" y="3262941"/>
                      <a:pt x="2621490" y="3262941"/>
                    </a:cubicBezTo>
                    <a:lnTo>
                      <a:pt x="39881" y="3262941"/>
                    </a:lnTo>
                    <a:cubicBezTo>
                      <a:pt x="29304" y="3262941"/>
                      <a:pt x="19160" y="3258739"/>
                      <a:pt x="11681" y="3251260"/>
                    </a:cubicBezTo>
                    <a:cubicBezTo>
                      <a:pt x="4202" y="3243781"/>
                      <a:pt x="0" y="3233637"/>
                      <a:pt x="0" y="3223060"/>
                    </a:cubicBezTo>
                    <a:lnTo>
                      <a:pt x="0" y="39881"/>
                    </a:lnTo>
                    <a:cubicBezTo>
                      <a:pt x="0" y="29304"/>
                      <a:pt x="4202" y="19160"/>
                      <a:pt x="11681" y="11681"/>
                    </a:cubicBezTo>
                    <a:cubicBezTo>
                      <a:pt x="19160" y="4202"/>
                      <a:pt x="29304" y="0"/>
                      <a:pt x="39881" y="0"/>
                    </a:cubicBezTo>
                    <a:close/>
                  </a:path>
                </a:pathLst>
              </a:custGeom>
              <a:solidFill>
                <a:srgbClr val="DEC3A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0"/>
                <a:ext cx="2661371" cy="3262941"/>
              </a:xfrm>
              <a:prstGeom prst="rect">
                <a:avLst/>
              </a:prstGeom>
            </p:spPr>
            <p:txBody>
              <a:bodyPr lIns="25151" tIns="25151" rIns="25151" bIns="25151" rtlCol="0" anchor="ctr"/>
              <a:lstStyle/>
              <a:p>
                <a:pPr algn="ctr">
                  <a:lnSpc>
                    <a:spcPts val="3124"/>
                  </a:lnSpc>
                </a:pPr>
                <a:r>
                  <a:rPr lang="en-US" sz="2604" b="1">
                    <a:solidFill>
                      <a:srgbClr val="00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Order History</a:t>
                </a:r>
              </a:p>
              <a:p>
                <a:pPr algn="ctr">
                  <a:lnSpc>
                    <a:spcPts val="3124"/>
                  </a:lnSpc>
                </a:pPr>
                <a:endParaRPr lang="en-US" sz="2604" b="1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ctr">
                  <a:lnSpc>
                    <a:spcPts val="3124"/>
                  </a:lnSpc>
                </a:pPr>
                <a:r>
                  <a:rPr lang="en-US" sz="2604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Order date</a:t>
                </a:r>
              </a:p>
              <a:p>
                <a:pPr algn="ctr">
                  <a:lnSpc>
                    <a:spcPts val="3124"/>
                  </a:lnSpc>
                </a:pPr>
                <a:r>
                  <a:rPr lang="en-US" sz="2604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Items Ordered</a:t>
                </a:r>
              </a:p>
              <a:p>
                <a:pPr algn="ctr">
                  <a:lnSpc>
                    <a:spcPts val="3124"/>
                  </a:lnSpc>
                </a:pPr>
                <a:r>
                  <a:rPr lang="en-US" sz="2604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Quantity</a:t>
                </a:r>
              </a:p>
              <a:p>
                <a:pPr algn="ctr">
                  <a:lnSpc>
                    <a:spcPts val="3124"/>
                  </a:lnSpc>
                </a:pPr>
                <a:r>
                  <a:rPr lang="en-US" sz="2604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Price</a:t>
                </a:r>
              </a:p>
              <a:p>
                <a:pPr algn="ctr">
                  <a:lnSpc>
                    <a:spcPts val="3124"/>
                  </a:lnSpc>
                </a:pPr>
                <a:r>
                  <a:rPr lang="en-US" sz="2604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Delivery status</a:t>
                </a:r>
              </a:p>
              <a:p>
                <a:pPr algn="ctr">
                  <a:lnSpc>
                    <a:spcPts val="3124"/>
                  </a:lnSpc>
                </a:pPr>
                <a:endParaRPr lang="en-US" sz="260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  <a:p>
                <a:pPr algn="ctr">
                  <a:lnSpc>
                    <a:spcPts val="3124"/>
                  </a:lnSpc>
                </a:pPr>
                <a:endParaRPr lang="en-US" sz="260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sp>
          <p:nvSpPr>
            <p:cNvPr id="21" name="AutoShape 21"/>
            <p:cNvSpPr/>
            <p:nvPr/>
          </p:nvSpPr>
          <p:spPr>
            <a:xfrm>
              <a:off x="11044309" y="5502811"/>
              <a:ext cx="8457200" cy="1775231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1044309" y="5502811"/>
              <a:ext cx="0" cy="1775231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3372570" y="2535070"/>
              <a:ext cx="5471656" cy="384752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8926556" y="1218799"/>
              <a:ext cx="4264100" cy="3990066"/>
              <a:chOff x="0" y="0"/>
              <a:chExt cx="796277" cy="74510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796277" cy="745104"/>
              </a:xfrm>
              <a:custGeom>
                <a:avLst/>
                <a:gdLst/>
                <a:ahLst/>
                <a:cxnLst/>
                <a:rect l="l" t="t" r="r" b="b"/>
                <a:pathLst>
                  <a:path w="796277" h="745104">
                    <a:moveTo>
                      <a:pt x="123461" y="0"/>
                    </a:moveTo>
                    <a:lnTo>
                      <a:pt x="672816" y="0"/>
                    </a:lnTo>
                    <a:cubicBezTo>
                      <a:pt x="705560" y="0"/>
                      <a:pt x="736963" y="13007"/>
                      <a:pt x="760116" y="36161"/>
                    </a:cubicBezTo>
                    <a:cubicBezTo>
                      <a:pt x="783270" y="59314"/>
                      <a:pt x="796277" y="90717"/>
                      <a:pt x="796277" y="123461"/>
                    </a:cubicBezTo>
                    <a:lnTo>
                      <a:pt x="796277" y="621643"/>
                    </a:lnTo>
                    <a:cubicBezTo>
                      <a:pt x="796277" y="689829"/>
                      <a:pt x="741002" y="745104"/>
                      <a:pt x="672816" y="745104"/>
                    </a:cubicBezTo>
                    <a:lnTo>
                      <a:pt x="123461" y="745104"/>
                    </a:lnTo>
                    <a:cubicBezTo>
                      <a:pt x="55275" y="745104"/>
                      <a:pt x="0" y="689829"/>
                      <a:pt x="0" y="621643"/>
                    </a:cubicBezTo>
                    <a:lnTo>
                      <a:pt x="0" y="123461"/>
                    </a:lnTo>
                    <a:cubicBezTo>
                      <a:pt x="0" y="55275"/>
                      <a:pt x="55275" y="0"/>
                      <a:pt x="123461" y="0"/>
                    </a:cubicBezTo>
                    <a:close/>
                  </a:path>
                </a:pathLst>
              </a:custGeom>
              <a:solidFill>
                <a:srgbClr val="F3E5D7">
                  <a:alpha val="60000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0"/>
                <a:ext cx="796277" cy="745104"/>
              </a:xfrm>
              <a:prstGeom prst="rect">
                <a:avLst/>
              </a:prstGeom>
            </p:spPr>
            <p:txBody>
              <a:bodyPr lIns="53736" tIns="53736" rIns="53736" bIns="53736" rtlCol="0" anchor="ctr"/>
              <a:lstStyle/>
              <a:p>
                <a:pPr algn="ctr">
                  <a:lnSpc>
                    <a:spcPts val="3119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/>
            <p:nvPr/>
          </p:nvSpPr>
          <p:spPr>
            <a:xfrm flipH="1">
              <a:off x="2581670" y="5502811"/>
              <a:ext cx="8462639" cy="1775231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utoShape 28"/>
            <p:cNvSpPr/>
            <p:nvPr/>
          </p:nvSpPr>
          <p:spPr>
            <a:xfrm flipH="1">
              <a:off x="4781753" y="10364785"/>
              <a:ext cx="4062473" cy="0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AutoShape 29"/>
            <p:cNvSpPr/>
            <p:nvPr/>
          </p:nvSpPr>
          <p:spPr>
            <a:xfrm flipH="1">
              <a:off x="13244392" y="10364785"/>
              <a:ext cx="4057034" cy="0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AutoShape 30"/>
            <p:cNvSpPr/>
            <p:nvPr/>
          </p:nvSpPr>
          <p:spPr>
            <a:xfrm flipH="1">
              <a:off x="2581670" y="12672811"/>
              <a:ext cx="16919839" cy="0"/>
            </a:xfrm>
            <a:prstGeom prst="line">
              <a:avLst/>
            </a:prstGeom>
            <a:ln w="25400" cap="rnd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9041" y="2064075"/>
              <a:ext cx="2008199" cy="3605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Enter Password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47431" y="5918492"/>
              <a:ext cx="1622981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117996" y="5957100"/>
              <a:ext cx="1547524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 rot="5400000">
              <a:off x="10553899" y="6232928"/>
              <a:ext cx="1499231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449620" y="8263424"/>
              <a:ext cx="4264100" cy="3990066"/>
              <a:chOff x="0" y="0"/>
              <a:chExt cx="796277" cy="74510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796277" cy="745104"/>
              </a:xfrm>
              <a:custGeom>
                <a:avLst/>
                <a:gdLst/>
                <a:ahLst/>
                <a:cxnLst/>
                <a:rect l="l" t="t" r="r" b="b"/>
                <a:pathLst>
                  <a:path w="796277" h="745104">
                    <a:moveTo>
                      <a:pt x="123461" y="0"/>
                    </a:moveTo>
                    <a:lnTo>
                      <a:pt x="672816" y="0"/>
                    </a:lnTo>
                    <a:cubicBezTo>
                      <a:pt x="705560" y="0"/>
                      <a:pt x="736963" y="13007"/>
                      <a:pt x="760116" y="36161"/>
                    </a:cubicBezTo>
                    <a:cubicBezTo>
                      <a:pt x="783270" y="59314"/>
                      <a:pt x="796277" y="90717"/>
                      <a:pt x="796277" y="123461"/>
                    </a:cubicBezTo>
                    <a:lnTo>
                      <a:pt x="796277" y="621643"/>
                    </a:lnTo>
                    <a:cubicBezTo>
                      <a:pt x="796277" y="689829"/>
                      <a:pt x="741002" y="745104"/>
                      <a:pt x="672816" y="745104"/>
                    </a:cubicBezTo>
                    <a:lnTo>
                      <a:pt x="123461" y="745104"/>
                    </a:lnTo>
                    <a:cubicBezTo>
                      <a:pt x="55275" y="745104"/>
                      <a:pt x="0" y="689829"/>
                      <a:pt x="0" y="621643"/>
                    </a:cubicBezTo>
                    <a:lnTo>
                      <a:pt x="0" y="123461"/>
                    </a:lnTo>
                    <a:cubicBezTo>
                      <a:pt x="0" y="55275"/>
                      <a:pt x="55275" y="0"/>
                      <a:pt x="123461" y="0"/>
                    </a:cubicBezTo>
                    <a:close/>
                  </a:path>
                </a:pathLst>
              </a:custGeom>
              <a:solidFill>
                <a:srgbClr val="F3E5D7">
                  <a:alpha val="60000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796277" cy="745104"/>
              </a:xfrm>
              <a:prstGeom prst="rect">
                <a:avLst/>
              </a:prstGeom>
            </p:spPr>
            <p:txBody>
              <a:bodyPr lIns="53736" tIns="53736" rIns="53736" bIns="53736" rtlCol="0" anchor="ctr"/>
              <a:lstStyle/>
              <a:p>
                <a:pPr algn="ctr">
                  <a:lnSpc>
                    <a:spcPts val="3119"/>
                  </a:lnSpc>
                </a:pPr>
                <a:endParaRPr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8911395" y="8307592"/>
              <a:ext cx="4264100" cy="3990066"/>
              <a:chOff x="0" y="0"/>
              <a:chExt cx="796277" cy="745104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796277" cy="745104"/>
              </a:xfrm>
              <a:custGeom>
                <a:avLst/>
                <a:gdLst/>
                <a:ahLst/>
                <a:cxnLst/>
                <a:rect l="l" t="t" r="r" b="b"/>
                <a:pathLst>
                  <a:path w="796277" h="745104">
                    <a:moveTo>
                      <a:pt x="123461" y="0"/>
                    </a:moveTo>
                    <a:lnTo>
                      <a:pt x="672816" y="0"/>
                    </a:lnTo>
                    <a:cubicBezTo>
                      <a:pt x="705560" y="0"/>
                      <a:pt x="736963" y="13007"/>
                      <a:pt x="760116" y="36161"/>
                    </a:cubicBezTo>
                    <a:cubicBezTo>
                      <a:pt x="783270" y="59314"/>
                      <a:pt x="796277" y="90717"/>
                      <a:pt x="796277" y="123461"/>
                    </a:cubicBezTo>
                    <a:lnTo>
                      <a:pt x="796277" y="621643"/>
                    </a:lnTo>
                    <a:cubicBezTo>
                      <a:pt x="796277" y="689829"/>
                      <a:pt x="741002" y="745104"/>
                      <a:pt x="672816" y="745104"/>
                    </a:cubicBezTo>
                    <a:lnTo>
                      <a:pt x="123461" y="745104"/>
                    </a:lnTo>
                    <a:cubicBezTo>
                      <a:pt x="55275" y="745104"/>
                      <a:pt x="0" y="689829"/>
                      <a:pt x="0" y="621643"/>
                    </a:cubicBezTo>
                    <a:lnTo>
                      <a:pt x="0" y="123461"/>
                    </a:lnTo>
                    <a:cubicBezTo>
                      <a:pt x="0" y="55275"/>
                      <a:pt x="55275" y="0"/>
                      <a:pt x="123461" y="0"/>
                    </a:cubicBezTo>
                    <a:close/>
                  </a:path>
                </a:pathLst>
              </a:custGeom>
              <a:solidFill>
                <a:srgbClr val="F3E5D7">
                  <a:alpha val="60000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796277" cy="745104"/>
              </a:xfrm>
              <a:prstGeom prst="rect">
                <a:avLst/>
              </a:prstGeom>
            </p:spPr>
            <p:txBody>
              <a:bodyPr lIns="53736" tIns="53736" rIns="53736" bIns="53736" rtlCol="0" anchor="ctr"/>
              <a:lstStyle/>
              <a:p>
                <a:pPr algn="ctr">
                  <a:lnSpc>
                    <a:spcPts val="3119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7368595" y="8358614"/>
              <a:ext cx="4264100" cy="3990066"/>
              <a:chOff x="0" y="0"/>
              <a:chExt cx="796277" cy="74510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796277" cy="745104"/>
              </a:xfrm>
              <a:custGeom>
                <a:avLst/>
                <a:gdLst/>
                <a:ahLst/>
                <a:cxnLst/>
                <a:rect l="l" t="t" r="r" b="b"/>
                <a:pathLst>
                  <a:path w="796277" h="745104">
                    <a:moveTo>
                      <a:pt x="123461" y="0"/>
                    </a:moveTo>
                    <a:lnTo>
                      <a:pt x="672816" y="0"/>
                    </a:lnTo>
                    <a:cubicBezTo>
                      <a:pt x="705560" y="0"/>
                      <a:pt x="736963" y="13007"/>
                      <a:pt x="760116" y="36161"/>
                    </a:cubicBezTo>
                    <a:cubicBezTo>
                      <a:pt x="783270" y="59314"/>
                      <a:pt x="796277" y="90717"/>
                      <a:pt x="796277" y="123461"/>
                    </a:cubicBezTo>
                    <a:lnTo>
                      <a:pt x="796277" y="621643"/>
                    </a:lnTo>
                    <a:cubicBezTo>
                      <a:pt x="796277" y="689829"/>
                      <a:pt x="741002" y="745104"/>
                      <a:pt x="672816" y="745104"/>
                    </a:cubicBezTo>
                    <a:lnTo>
                      <a:pt x="123461" y="745104"/>
                    </a:lnTo>
                    <a:cubicBezTo>
                      <a:pt x="55275" y="745104"/>
                      <a:pt x="0" y="689829"/>
                      <a:pt x="0" y="621643"/>
                    </a:cubicBezTo>
                    <a:lnTo>
                      <a:pt x="0" y="123461"/>
                    </a:lnTo>
                    <a:cubicBezTo>
                      <a:pt x="0" y="55275"/>
                      <a:pt x="55275" y="0"/>
                      <a:pt x="123461" y="0"/>
                    </a:cubicBezTo>
                    <a:close/>
                  </a:path>
                </a:pathLst>
              </a:custGeom>
              <a:solidFill>
                <a:srgbClr val="F3E5D7">
                  <a:alpha val="60000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796277" cy="745104"/>
              </a:xfrm>
              <a:prstGeom prst="rect">
                <a:avLst/>
              </a:prstGeom>
            </p:spPr>
            <p:txBody>
              <a:bodyPr lIns="53736" tIns="53736" rIns="53736" bIns="53736" rtlCol="0" anchor="ctr"/>
              <a:lstStyle/>
              <a:p>
                <a:pPr algn="ctr">
                  <a:lnSpc>
                    <a:spcPts val="3119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5671815" y="10004271"/>
              <a:ext cx="1525533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4891272" y="10004271"/>
              <a:ext cx="1445924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430323" y="12862862"/>
              <a:ext cx="1436473" cy="36051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21"/>
                </a:lnSpc>
              </a:pPr>
              <a:r>
                <a:rPr lang="en-US" sz="1586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Navigation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3792216" y="3792216"/>
            <a:ext cx="10287000" cy="2702567"/>
            <a:chOff x="0" y="0"/>
            <a:chExt cx="1605531" cy="421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05531" cy="421800"/>
            </a:xfrm>
            <a:custGeom>
              <a:avLst/>
              <a:gdLst/>
              <a:ahLst/>
              <a:cxnLst/>
              <a:rect l="l" t="t" r="r" b="b"/>
              <a:pathLst>
                <a:path w="1605531" h="421800">
                  <a:moveTo>
                    <a:pt x="0" y="0"/>
                  </a:moveTo>
                  <a:lnTo>
                    <a:pt x="1605531" y="0"/>
                  </a:lnTo>
                  <a:lnTo>
                    <a:pt x="1605531" y="421800"/>
                  </a:lnTo>
                  <a:lnTo>
                    <a:pt x="0" y="421800"/>
                  </a:lnTo>
                  <a:close/>
                </a:path>
              </a:pathLst>
            </a:custGeom>
            <a:solidFill>
              <a:srgbClr val="847B4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05531" cy="45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45104" y="-610698"/>
            <a:ext cx="19165589" cy="12491825"/>
            <a:chOff x="0" y="0"/>
            <a:chExt cx="25554119" cy="16655766"/>
          </a:xfrm>
        </p:grpSpPr>
        <p:grpSp>
          <p:nvGrpSpPr>
            <p:cNvPr id="6" name="Group 6"/>
            <p:cNvGrpSpPr/>
            <p:nvPr/>
          </p:nvGrpSpPr>
          <p:grpSpPr>
            <a:xfrm>
              <a:off x="4101662" y="1200183"/>
              <a:ext cx="20780577" cy="1760260"/>
              <a:chOff x="0" y="0"/>
              <a:chExt cx="4104805" cy="34770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104805" cy="347706"/>
              </a:xfrm>
              <a:custGeom>
                <a:avLst/>
                <a:gdLst/>
                <a:ahLst/>
                <a:cxnLst/>
                <a:rect l="l" t="t" r="r" b="b"/>
                <a:pathLst>
                  <a:path w="4104805" h="347706">
                    <a:moveTo>
                      <a:pt x="0" y="0"/>
                    </a:moveTo>
                    <a:lnTo>
                      <a:pt x="4104805" y="0"/>
                    </a:lnTo>
                    <a:lnTo>
                      <a:pt x="4104805" y="347706"/>
                    </a:lnTo>
                    <a:lnTo>
                      <a:pt x="0" y="347706"/>
                    </a:ln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104805" cy="3858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0615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4" y="0"/>
                  </a:lnTo>
                  <a:lnTo>
                    <a:pt x="8566494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82391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43753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698762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9131060" y="0"/>
              <a:ext cx="6056868" cy="5189765"/>
            </a:xfrm>
            <a:custGeom>
              <a:avLst/>
              <a:gdLst/>
              <a:ahLst/>
              <a:cxnLst/>
              <a:rect l="l" t="t" r="r" b="b"/>
              <a:pathLst>
                <a:path w="6056868" h="5189765">
                  <a:moveTo>
                    <a:pt x="0" y="0"/>
                  </a:moveTo>
                  <a:lnTo>
                    <a:pt x="6056868" y="0"/>
                  </a:lnTo>
                  <a:lnTo>
                    <a:pt x="6056868" y="5189765"/>
                  </a:lnTo>
                  <a:lnTo>
                    <a:pt x="0" y="5189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8353" b="-835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70654" y="7672263"/>
              <a:ext cx="4930489" cy="5940348"/>
            </a:xfrm>
            <a:custGeom>
              <a:avLst/>
              <a:gdLst/>
              <a:ahLst/>
              <a:cxnLst/>
              <a:rect l="l" t="t" r="r" b="b"/>
              <a:pathLst>
                <a:path w="4930489" h="5940348">
                  <a:moveTo>
                    <a:pt x="0" y="0"/>
                  </a:moveTo>
                  <a:lnTo>
                    <a:pt x="4930489" y="0"/>
                  </a:lnTo>
                  <a:lnTo>
                    <a:pt x="4930489" y="5940348"/>
                  </a:lnTo>
                  <a:lnTo>
                    <a:pt x="0" y="5940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8452442"/>
              <a:ext cx="8203325" cy="8203325"/>
            </a:xfrm>
            <a:custGeom>
              <a:avLst/>
              <a:gdLst/>
              <a:ahLst/>
              <a:cxnLst/>
              <a:rect l="l" t="t" r="r" b="b"/>
              <a:pathLst>
                <a:path w="8203325" h="8203325">
                  <a:moveTo>
                    <a:pt x="0" y="0"/>
                  </a:moveTo>
                  <a:lnTo>
                    <a:pt x="8203325" y="0"/>
                  </a:lnTo>
                  <a:lnTo>
                    <a:pt x="8203325" y="8203324"/>
                  </a:lnTo>
                  <a:lnTo>
                    <a:pt x="0" y="8203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1456147" y="11554458"/>
              <a:ext cx="3426092" cy="4568123"/>
            </a:xfrm>
            <a:custGeom>
              <a:avLst/>
              <a:gdLst/>
              <a:ahLst/>
              <a:cxnLst/>
              <a:rect l="l" t="t" r="r" b="b"/>
              <a:pathLst>
                <a:path w="3426092" h="4568123">
                  <a:moveTo>
                    <a:pt x="0" y="0"/>
                  </a:moveTo>
                  <a:lnTo>
                    <a:pt x="3426092" y="0"/>
                  </a:lnTo>
                  <a:lnTo>
                    <a:pt x="3426092" y="4568123"/>
                  </a:lnTo>
                  <a:lnTo>
                    <a:pt x="0" y="4568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20125164" y="12328183"/>
              <a:ext cx="2265505" cy="3020674"/>
            </a:xfrm>
            <a:custGeom>
              <a:avLst/>
              <a:gdLst/>
              <a:ahLst/>
              <a:cxnLst/>
              <a:rect l="l" t="t" r="r" b="b"/>
              <a:pathLst>
                <a:path w="2265505" h="3020674">
                  <a:moveTo>
                    <a:pt x="0" y="0"/>
                  </a:moveTo>
                  <a:lnTo>
                    <a:pt x="2265505" y="0"/>
                  </a:lnTo>
                  <a:lnTo>
                    <a:pt x="2265505" y="3020673"/>
                  </a:lnTo>
                  <a:lnTo>
                    <a:pt x="0" y="3020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1797593" y="13152719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1350806" y="13392773"/>
              <a:ext cx="1263744" cy="770576"/>
            </a:xfrm>
            <a:custGeom>
              <a:avLst/>
              <a:gdLst/>
              <a:ahLst/>
              <a:cxnLst/>
              <a:rect l="l" t="t" r="r" b="b"/>
              <a:pathLst>
                <a:path w="1263744" h="770576">
                  <a:moveTo>
                    <a:pt x="0" y="0"/>
                  </a:moveTo>
                  <a:lnTo>
                    <a:pt x="1263744" y="0"/>
                  </a:lnTo>
                  <a:lnTo>
                    <a:pt x="1263744" y="770576"/>
                  </a:lnTo>
                  <a:lnTo>
                    <a:pt x="0" y="770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378469" y="758568"/>
              <a:ext cx="24529170" cy="13754806"/>
              <a:chOff x="0" y="0"/>
              <a:chExt cx="4845268" cy="2716999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4845268" cy="2716999"/>
              </a:xfrm>
              <a:custGeom>
                <a:avLst/>
                <a:gdLst/>
                <a:ahLst/>
                <a:cxnLst/>
                <a:rect l="l" t="t" r="r" b="b"/>
                <a:pathLst>
                  <a:path w="4845268" h="2716999">
                    <a:moveTo>
                      <a:pt x="0" y="0"/>
                    </a:moveTo>
                    <a:lnTo>
                      <a:pt x="4845268" y="0"/>
                    </a:lnTo>
                    <a:lnTo>
                      <a:pt x="4845268" y="2716999"/>
                    </a:lnTo>
                    <a:lnTo>
                      <a:pt x="0" y="2716999"/>
                    </a:lnTo>
                    <a:close/>
                  </a:path>
                </a:pathLst>
              </a:custGeom>
              <a:solidFill>
                <a:srgbClr val="000000">
                  <a:alpha val="64706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4845268" cy="27550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23" name="Group 23"/>
            <p:cNvGrpSpPr>
              <a:grpSpLocks noChangeAspect="1"/>
            </p:cNvGrpSpPr>
            <p:nvPr/>
          </p:nvGrpSpPr>
          <p:grpSpPr>
            <a:xfrm>
              <a:off x="7969947" y="5232033"/>
              <a:ext cx="4524448" cy="4588941"/>
              <a:chOff x="0" y="0"/>
              <a:chExt cx="11582400" cy="117475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23136" y="244952"/>
                <a:ext cx="11306283" cy="11266943"/>
              </a:xfrm>
              <a:custGeom>
                <a:avLst/>
                <a:gdLst/>
                <a:ahLst/>
                <a:cxnLst/>
                <a:rect l="l" t="t" r="r" b="b"/>
                <a:pathLst>
                  <a:path w="11306283" h="11266943">
                    <a:moveTo>
                      <a:pt x="5653142" y="56"/>
                    </a:moveTo>
                    <a:cubicBezTo>
                      <a:pt x="3636485" y="-8971"/>
                      <a:pt x="1769147" y="1062773"/>
                      <a:pt x="758206" y="2809466"/>
                    </a:cubicBezTo>
                    <a:cubicBezTo>
                      <a:pt x="-252735" y="4556159"/>
                      <a:pt x="-252735" y="6710783"/>
                      <a:pt x="758206" y="8457477"/>
                    </a:cubicBezTo>
                    <a:cubicBezTo>
                      <a:pt x="1769147" y="10204170"/>
                      <a:pt x="3636485" y="11275914"/>
                      <a:pt x="5653142" y="11266886"/>
                    </a:cubicBezTo>
                    <a:cubicBezTo>
                      <a:pt x="7669798" y="11275914"/>
                      <a:pt x="9537136" y="10204170"/>
                      <a:pt x="10548077" y="8457477"/>
                    </a:cubicBezTo>
                    <a:cubicBezTo>
                      <a:pt x="11559018" y="6710783"/>
                      <a:pt x="11559018" y="4556159"/>
                      <a:pt x="10548077" y="2809466"/>
                    </a:cubicBezTo>
                    <a:cubicBezTo>
                      <a:pt x="9537136" y="1062773"/>
                      <a:pt x="7669798" y="-8971"/>
                      <a:pt x="5653142" y="56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174" r="1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0"/>
                <a:ext cx="11575567" cy="11745316"/>
              </a:xfrm>
              <a:custGeom>
                <a:avLst/>
                <a:gdLst/>
                <a:ahLst/>
                <a:cxnLst/>
                <a:rect l="l" t="t" r="r" b="b"/>
                <a:pathLst>
                  <a:path w="11575567" h="11745316">
                    <a:moveTo>
                      <a:pt x="0" y="0"/>
                    </a:moveTo>
                    <a:lnTo>
                      <a:pt x="11575567" y="0"/>
                    </a:lnTo>
                    <a:lnTo>
                      <a:pt x="11575567" y="11745316"/>
                    </a:lnTo>
                    <a:lnTo>
                      <a:pt x="0" y="11745316"/>
                    </a:lnTo>
                    <a:close/>
                  </a:path>
                </a:pathLst>
              </a:custGeom>
              <a:blipFill>
                <a:blip r:embed="rId11"/>
                <a:stretch>
                  <a:fillRect l="-272" r="-27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6" name="Freeform 26"/>
            <p:cNvSpPr/>
            <p:nvPr/>
          </p:nvSpPr>
          <p:spPr>
            <a:xfrm>
              <a:off x="13719935" y="5938780"/>
              <a:ext cx="5185186" cy="5185186"/>
            </a:xfrm>
            <a:custGeom>
              <a:avLst/>
              <a:gdLst/>
              <a:ahLst/>
              <a:cxnLst/>
              <a:rect l="l" t="t" r="r" b="b"/>
              <a:pathLst>
                <a:path w="5185186" h="5185186">
                  <a:moveTo>
                    <a:pt x="0" y="0"/>
                  </a:moveTo>
                  <a:lnTo>
                    <a:pt x="5185186" y="0"/>
                  </a:lnTo>
                  <a:lnTo>
                    <a:pt x="5185186" y="5185186"/>
                  </a:lnTo>
                  <a:lnTo>
                    <a:pt x="0" y="51851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61370" y="1945948"/>
              <a:ext cx="8422552" cy="855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02"/>
                </a:lnSpc>
              </a:pPr>
              <a:r>
                <a:rPr lang="en-US" sz="385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Hello David!!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707235" y="4153886"/>
              <a:ext cx="5185186" cy="2351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759"/>
                </a:lnSpc>
              </a:pPr>
              <a:r>
                <a:rPr lang="en-US" sz="33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Enter Password</a:t>
              </a:r>
            </a:p>
            <a:p>
              <a:pPr algn="ctr">
                <a:lnSpc>
                  <a:spcPts val="4759"/>
                </a:lnSpc>
              </a:pPr>
              <a:r>
                <a:rPr lang="en-US" sz="33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</a:p>
            <a:p>
              <a:pPr algn="ctr">
                <a:lnSpc>
                  <a:spcPts val="4759"/>
                </a:lnSpc>
              </a:pPr>
              <a:endParaRPr lang="en-US" sz="33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3792216" y="3792216"/>
            <a:ext cx="10287000" cy="2702567"/>
            <a:chOff x="0" y="0"/>
            <a:chExt cx="1605531" cy="421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05531" cy="421800"/>
            </a:xfrm>
            <a:custGeom>
              <a:avLst/>
              <a:gdLst/>
              <a:ahLst/>
              <a:cxnLst/>
              <a:rect l="l" t="t" r="r" b="b"/>
              <a:pathLst>
                <a:path w="1605531" h="421800">
                  <a:moveTo>
                    <a:pt x="0" y="0"/>
                  </a:moveTo>
                  <a:lnTo>
                    <a:pt x="1605531" y="0"/>
                  </a:lnTo>
                  <a:lnTo>
                    <a:pt x="1605531" y="421800"/>
                  </a:lnTo>
                  <a:lnTo>
                    <a:pt x="0" y="421800"/>
                  </a:lnTo>
                  <a:close/>
                </a:path>
              </a:pathLst>
            </a:custGeom>
            <a:solidFill>
              <a:srgbClr val="847B4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05531" cy="45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64154" y="-610698"/>
            <a:ext cx="19165589" cy="12491826"/>
            <a:chOff x="0" y="0"/>
            <a:chExt cx="25554119" cy="16655767"/>
          </a:xfrm>
        </p:grpSpPr>
        <p:grpSp>
          <p:nvGrpSpPr>
            <p:cNvPr id="6" name="Group 6"/>
            <p:cNvGrpSpPr/>
            <p:nvPr/>
          </p:nvGrpSpPr>
          <p:grpSpPr>
            <a:xfrm>
              <a:off x="4101662" y="1200183"/>
              <a:ext cx="20780577" cy="1760260"/>
              <a:chOff x="0" y="0"/>
              <a:chExt cx="4104805" cy="34770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104805" cy="347706"/>
              </a:xfrm>
              <a:custGeom>
                <a:avLst/>
                <a:gdLst/>
                <a:ahLst/>
                <a:cxnLst/>
                <a:rect l="l" t="t" r="r" b="b"/>
                <a:pathLst>
                  <a:path w="4104805" h="347706">
                    <a:moveTo>
                      <a:pt x="0" y="0"/>
                    </a:moveTo>
                    <a:lnTo>
                      <a:pt x="4104805" y="0"/>
                    </a:lnTo>
                    <a:lnTo>
                      <a:pt x="4104805" y="347706"/>
                    </a:lnTo>
                    <a:lnTo>
                      <a:pt x="0" y="347706"/>
                    </a:ln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104805" cy="3858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0615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4" y="0"/>
                  </a:lnTo>
                  <a:lnTo>
                    <a:pt x="8566494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82391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43753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698762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9131060" y="0"/>
              <a:ext cx="6056868" cy="5189765"/>
            </a:xfrm>
            <a:custGeom>
              <a:avLst/>
              <a:gdLst/>
              <a:ahLst/>
              <a:cxnLst/>
              <a:rect l="l" t="t" r="r" b="b"/>
              <a:pathLst>
                <a:path w="6056868" h="5189765">
                  <a:moveTo>
                    <a:pt x="0" y="0"/>
                  </a:moveTo>
                  <a:lnTo>
                    <a:pt x="6056868" y="0"/>
                  </a:lnTo>
                  <a:lnTo>
                    <a:pt x="6056868" y="5189765"/>
                  </a:lnTo>
                  <a:lnTo>
                    <a:pt x="0" y="5189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8353" b="-8353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615246" y="6723112"/>
              <a:ext cx="11105535" cy="6639842"/>
              <a:chOff x="0" y="0"/>
              <a:chExt cx="1299962" cy="77722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99962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1299962" h="777229">
                    <a:moveTo>
                      <a:pt x="43686" y="0"/>
                    </a:moveTo>
                    <a:lnTo>
                      <a:pt x="1256276" y="0"/>
                    </a:lnTo>
                    <a:cubicBezTo>
                      <a:pt x="1280403" y="0"/>
                      <a:pt x="1299962" y="19559"/>
                      <a:pt x="1299962" y="43686"/>
                    </a:cubicBezTo>
                    <a:lnTo>
                      <a:pt x="1299962" y="733543"/>
                    </a:lnTo>
                    <a:cubicBezTo>
                      <a:pt x="1299962" y="757670"/>
                      <a:pt x="1280403" y="777229"/>
                      <a:pt x="1256276" y="777229"/>
                    </a:cubicBezTo>
                    <a:lnTo>
                      <a:pt x="43686" y="777229"/>
                    </a:lnTo>
                    <a:cubicBezTo>
                      <a:pt x="19559" y="777229"/>
                      <a:pt x="0" y="757670"/>
                      <a:pt x="0" y="733543"/>
                    </a:cubicBezTo>
                    <a:lnTo>
                      <a:pt x="0" y="43686"/>
                    </a:lnTo>
                    <a:cubicBezTo>
                      <a:pt x="0" y="19559"/>
                      <a:pt x="19559" y="0"/>
                      <a:pt x="4368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99962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Sales Overview</a:t>
                </a: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1843" y="6539006"/>
              <a:ext cx="11602672" cy="7194204"/>
            </a:xfrm>
            <a:prstGeom prst="rect">
              <a:avLst/>
            </a:prstGeom>
          </p:spPr>
        </p:pic>
        <p:grpSp>
          <p:nvGrpSpPr>
            <p:cNvPr id="18" name="Group 18"/>
            <p:cNvGrpSpPr/>
            <p:nvPr/>
          </p:nvGrpSpPr>
          <p:grpSpPr>
            <a:xfrm>
              <a:off x="18286007" y="6723112"/>
              <a:ext cx="6172200" cy="6639842"/>
              <a:chOff x="0" y="0"/>
              <a:chExt cx="722489" cy="77722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22489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722489" h="777229">
                    <a:moveTo>
                      <a:pt x="78604" y="0"/>
                    </a:moveTo>
                    <a:lnTo>
                      <a:pt x="643885" y="0"/>
                    </a:lnTo>
                    <a:cubicBezTo>
                      <a:pt x="687297" y="0"/>
                      <a:pt x="722489" y="35192"/>
                      <a:pt x="722489" y="78604"/>
                    </a:cubicBezTo>
                    <a:lnTo>
                      <a:pt x="722489" y="698625"/>
                    </a:lnTo>
                    <a:cubicBezTo>
                      <a:pt x="722489" y="719472"/>
                      <a:pt x="714207" y="739465"/>
                      <a:pt x="699466" y="754206"/>
                    </a:cubicBezTo>
                    <a:cubicBezTo>
                      <a:pt x="684725" y="768947"/>
                      <a:pt x="664732" y="777229"/>
                      <a:pt x="643885" y="777229"/>
                    </a:cubicBezTo>
                    <a:lnTo>
                      <a:pt x="78604" y="777229"/>
                    </a:lnTo>
                    <a:cubicBezTo>
                      <a:pt x="35192" y="777229"/>
                      <a:pt x="0" y="742037"/>
                      <a:pt x="0" y="698625"/>
                    </a:cubicBezTo>
                    <a:lnTo>
                      <a:pt x="0" y="78604"/>
                    </a:lnTo>
                    <a:cubicBezTo>
                      <a:pt x="0" y="57757"/>
                      <a:pt x="8281" y="37764"/>
                      <a:pt x="23023" y="23023"/>
                    </a:cubicBezTo>
                    <a:cubicBezTo>
                      <a:pt x="37764" y="8281"/>
                      <a:pt x="57757" y="0"/>
                      <a:pt x="7860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722489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79"/>
                  </a:lnSpc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Inventory Status</a:t>
                </a: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265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90007" y="2442482"/>
              <a:ext cx="3258594" cy="925057"/>
              <a:chOff x="0" y="0"/>
              <a:chExt cx="381436" cy="10828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381436" cy="108283"/>
              </a:xfrm>
              <a:custGeom>
                <a:avLst/>
                <a:gdLst/>
                <a:ahLst/>
                <a:cxnLst/>
                <a:rect l="l" t="t" r="r" b="b"/>
                <a:pathLst>
                  <a:path w="381436" h="108283">
                    <a:moveTo>
                      <a:pt x="54141" y="0"/>
                    </a:moveTo>
                    <a:lnTo>
                      <a:pt x="327294" y="0"/>
                    </a:lnTo>
                    <a:cubicBezTo>
                      <a:pt x="357196" y="0"/>
                      <a:pt x="381436" y="24240"/>
                      <a:pt x="381436" y="54141"/>
                    </a:cubicBezTo>
                    <a:lnTo>
                      <a:pt x="381436" y="54141"/>
                    </a:lnTo>
                    <a:cubicBezTo>
                      <a:pt x="381436" y="68501"/>
                      <a:pt x="375732" y="82272"/>
                      <a:pt x="365578" y="92425"/>
                    </a:cubicBezTo>
                    <a:cubicBezTo>
                      <a:pt x="355425" y="102579"/>
                      <a:pt x="341654" y="108283"/>
                      <a:pt x="327294" y="108283"/>
                    </a:cubicBezTo>
                    <a:lnTo>
                      <a:pt x="54141" y="108283"/>
                    </a:lnTo>
                    <a:cubicBezTo>
                      <a:pt x="39782" y="108283"/>
                      <a:pt x="26011" y="102579"/>
                      <a:pt x="15858" y="92425"/>
                    </a:cubicBezTo>
                    <a:cubicBezTo>
                      <a:pt x="5704" y="82272"/>
                      <a:pt x="0" y="68501"/>
                      <a:pt x="0" y="54141"/>
                    </a:cubicBezTo>
                    <a:lnTo>
                      <a:pt x="0" y="54141"/>
                    </a:lnTo>
                    <a:cubicBezTo>
                      <a:pt x="0" y="39782"/>
                      <a:pt x="5704" y="26011"/>
                      <a:pt x="15858" y="15858"/>
                    </a:cubicBezTo>
                    <a:cubicBezTo>
                      <a:pt x="26011" y="5704"/>
                      <a:pt x="39782" y="0"/>
                      <a:pt x="54141" y="0"/>
                    </a:cubicBezTo>
                    <a:close/>
                  </a:path>
                </a:pathLst>
              </a:custGeom>
              <a:solidFill>
                <a:srgbClr val="FFFFFF">
                  <a:alpha val="49804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381436" cy="1463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7104" y="2538832"/>
              <a:ext cx="2184400" cy="1259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Dashboard</a:t>
              </a:r>
            </a:p>
            <a:p>
              <a:pPr algn="l">
                <a:lnSpc>
                  <a:spcPts val="4200"/>
                </a:lnSpc>
              </a:pPr>
              <a:endParaRPr lang="en-US" sz="2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5" name="Freeform 25"/>
            <p:cNvSpPr/>
            <p:nvPr/>
          </p:nvSpPr>
          <p:spPr>
            <a:xfrm>
              <a:off x="983590" y="4155488"/>
              <a:ext cx="440699" cy="579867"/>
            </a:xfrm>
            <a:custGeom>
              <a:avLst/>
              <a:gdLst/>
              <a:ahLst/>
              <a:cxnLst/>
              <a:rect l="l" t="t" r="r" b="b"/>
              <a:pathLst>
                <a:path w="440699" h="579867">
                  <a:moveTo>
                    <a:pt x="0" y="0"/>
                  </a:moveTo>
                  <a:lnTo>
                    <a:pt x="440699" y="0"/>
                  </a:lnTo>
                  <a:lnTo>
                    <a:pt x="440699" y="579867"/>
                  </a:lnTo>
                  <a:lnTo>
                    <a:pt x="0" y="579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77959" y="4148029"/>
              <a:ext cx="1989765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Inventory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1419800" y="5624078"/>
              <a:ext cx="402307" cy="423887"/>
            </a:xfrm>
            <a:custGeom>
              <a:avLst/>
              <a:gdLst/>
              <a:ahLst/>
              <a:cxnLst/>
              <a:rect l="l" t="t" r="r" b="b"/>
              <a:pathLst>
                <a:path w="402307" h="423887">
                  <a:moveTo>
                    <a:pt x="0" y="0"/>
                  </a:moveTo>
                  <a:lnTo>
                    <a:pt x="402307" y="0"/>
                  </a:lnTo>
                  <a:lnTo>
                    <a:pt x="402307" y="423887"/>
                  </a:lnTo>
                  <a:lnTo>
                    <a:pt x="0" y="423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05189" y="5538630"/>
              <a:ext cx="1020349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70654" y="7051208"/>
              <a:ext cx="412115" cy="499533"/>
            </a:xfrm>
            <a:custGeom>
              <a:avLst/>
              <a:gdLst/>
              <a:ahLst/>
              <a:cxnLst/>
              <a:rect l="l" t="t" r="r" b="b"/>
              <a:pathLst>
                <a:path w="412115" h="499533">
                  <a:moveTo>
                    <a:pt x="0" y="0"/>
                  </a:moveTo>
                  <a:lnTo>
                    <a:pt x="412115" y="0"/>
                  </a:lnTo>
                  <a:lnTo>
                    <a:pt x="412115" y="499534"/>
                  </a:lnTo>
                  <a:lnTo>
                    <a:pt x="0" y="499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7466" y="6940083"/>
              <a:ext cx="2640489" cy="54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Order history</a:t>
              </a:r>
            </a:p>
          </p:txBody>
        </p:sp>
        <p:pic>
          <p:nvPicPr>
            <p:cNvPr id="31" name="Picture 3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7574471" y="7030857"/>
              <a:ext cx="7696871" cy="6558417"/>
            </a:xfrm>
            <a:prstGeom prst="rect">
              <a:avLst/>
            </a:prstGeom>
          </p:spPr>
        </p:pic>
        <p:sp>
          <p:nvSpPr>
            <p:cNvPr id="32" name="Freeform 32"/>
            <p:cNvSpPr/>
            <p:nvPr/>
          </p:nvSpPr>
          <p:spPr>
            <a:xfrm>
              <a:off x="670654" y="7672263"/>
              <a:ext cx="4930489" cy="5940348"/>
            </a:xfrm>
            <a:custGeom>
              <a:avLst/>
              <a:gdLst/>
              <a:ahLst/>
              <a:cxnLst/>
              <a:rect l="l" t="t" r="r" b="b"/>
              <a:pathLst>
                <a:path w="4930489" h="5940348">
                  <a:moveTo>
                    <a:pt x="0" y="0"/>
                  </a:moveTo>
                  <a:lnTo>
                    <a:pt x="4930489" y="0"/>
                  </a:lnTo>
                  <a:lnTo>
                    <a:pt x="4930489" y="5940348"/>
                  </a:lnTo>
                  <a:lnTo>
                    <a:pt x="0" y="5940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8452442"/>
              <a:ext cx="8203325" cy="8203325"/>
            </a:xfrm>
            <a:custGeom>
              <a:avLst/>
              <a:gdLst/>
              <a:ahLst/>
              <a:cxnLst/>
              <a:rect l="l" t="t" r="r" b="b"/>
              <a:pathLst>
                <a:path w="8203325" h="8203325">
                  <a:moveTo>
                    <a:pt x="0" y="0"/>
                  </a:moveTo>
                  <a:lnTo>
                    <a:pt x="8203325" y="0"/>
                  </a:lnTo>
                  <a:lnTo>
                    <a:pt x="8203325" y="8203324"/>
                  </a:lnTo>
                  <a:lnTo>
                    <a:pt x="0" y="8203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6769257" y="3559347"/>
              <a:ext cx="4232115" cy="2199481"/>
              <a:chOff x="0" y="0"/>
              <a:chExt cx="506833" cy="26340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506833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6833" h="263407">
                    <a:moveTo>
                      <a:pt x="114638" y="0"/>
                    </a:moveTo>
                    <a:lnTo>
                      <a:pt x="392196" y="0"/>
                    </a:lnTo>
                    <a:cubicBezTo>
                      <a:pt x="422599" y="0"/>
                      <a:pt x="451758" y="12078"/>
                      <a:pt x="473257" y="33577"/>
                    </a:cubicBezTo>
                    <a:cubicBezTo>
                      <a:pt x="494756" y="55075"/>
                      <a:pt x="506833" y="84234"/>
                      <a:pt x="506833" y="114638"/>
                    </a:cubicBezTo>
                    <a:lnTo>
                      <a:pt x="506833" y="148770"/>
                    </a:lnTo>
                    <a:cubicBezTo>
                      <a:pt x="506833" y="179173"/>
                      <a:pt x="494756" y="208332"/>
                      <a:pt x="473257" y="229831"/>
                    </a:cubicBezTo>
                    <a:cubicBezTo>
                      <a:pt x="451758" y="251330"/>
                      <a:pt x="422599" y="263407"/>
                      <a:pt x="392196" y="263407"/>
                    </a:cubicBezTo>
                    <a:lnTo>
                      <a:pt x="114638" y="263407"/>
                    </a:lnTo>
                    <a:cubicBezTo>
                      <a:pt x="84234" y="263407"/>
                      <a:pt x="55075" y="251330"/>
                      <a:pt x="33577" y="229831"/>
                    </a:cubicBezTo>
                    <a:cubicBezTo>
                      <a:pt x="12078" y="208332"/>
                      <a:pt x="0" y="179173"/>
                      <a:pt x="0" y="148770"/>
                    </a:cubicBezTo>
                    <a:lnTo>
                      <a:pt x="0" y="114638"/>
                    </a:lnTo>
                    <a:cubicBezTo>
                      <a:pt x="0" y="84234"/>
                      <a:pt x="12078" y="55075"/>
                      <a:pt x="33577" y="33577"/>
                    </a:cubicBezTo>
                    <a:cubicBezTo>
                      <a:pt x="55075" y="12078"/>
                      <a:pt x="84234" y="0"/>
                      <a:pt x="114638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506833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 dirty="0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Low Stock Alert</a:t>
                </a:r>
              </a:p>
              <a:p>
                <a:pPr algn="ctr">
                  <a:lnSpc>
                    <a:spcPts val="3499"/>
                  </a:lnSpc>
                </a:pPr>
                <a:r>
                  <a:rPr lang="en-US" sz="2499" dirty="0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items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1324938" y="3559347"/>
              <a:ext cx="4205840" cy="2199481"/>
              <a:chOff x="0" y="0"/>
              <a:chExt cx="503687" cy="263407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503687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3687" h="263407">
                    <a:moveTo>
                      <a:pt x="115354" y="0"/>
                    </a:moveTo>
                    <a:lnTo>
                      <a:pt x="388333" y="0"/>
                    </a:lnTo>
                    <a:cubicBezTo>
                      <a:pt x="452041" y="0"/>
                      <a:pt x="503687" y="51646"/>
                      <a:pt x="503687" y="115354"/>
                    </a:cubicBezTo>
                    <a:lnTo>
                      <a:pt x="503687" y="148053"/>
                    </a:lnTo>
                    <a:cubicBezTo>
                      <a:pt x="503687" y="211762"/>
                      <a:pt x="452041" y="263407"/>
                      <a:pt x="388333" y="263407"/>
                    </a:cubicBezTo>
                    <a:lnTo>
                      <a:pt x="115354" y="263407"/>
                    </a:lnTo>
                    <a:cubicBezTo>
                      <a:pt x="51646" y="263407"/>
                      <a:pt x="0" y="211762"/>
                      <a:pt x="0" y="148053"/>
                    </a:cubicBezTo>
                    <a:lnTo>
                      <a:pt x="0" y="115354"/>
                    </a:lnTo>
                    <a:cubicBezTo>
                      <a:pt x="0" y="51646"/>
                      <a:pt x="51646" y="0"/>
                      <a:pt x="11535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47625"/>
                <a:ext cx="503687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3779"/>
                  </a:lnSpc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Total Stock Value</a:t>
                </a:r>
              </a:p>
              <a:p>
                <a:pPr algn="ctr">
                  <a:lnSpc>
                    <a:spcPts val="377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15880618" y="3559347"/>
              <a:ext cx="4021909" cy="2199481"/>
              <a:chOff x="0" y="0"/>
              <a:chExt cx="481659" cy="263407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481659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481659" h="263407">
                    <a:moveTo>
                      <a:pt x="120629" y="0"/>
                    </a:moveTo>
                    <a:lnTo>
                      <a:pt x="361030" y="0"/>
                    </a:lnTo>
                    <a:cubicBezTo>
                      <a:pt x="427652" y="0"/>
                      <a:pt x="481659" y="54008"/>
                      <a:pt x="481659" y="120629"/>
                    </a:cubicBezTo>
                    <a:lnTo>
                      <a:pt x="481659" y="142778"/>
                    </a:lnTo>
                    <a:cubicBezTo>
                      <a:pt x="481659" y="209400"/>
                      <a:pt x="427652" y="263407"/>
                      <a:pt x="361030" y="263407"/>
                    </a:cubicBezTo>
                    <a:lnTo>
                      <a:pt x="120629" y="263407"/>
                    </a:lnTo>
                    <a:cubicBezTo>
                      <a:pt x="54008" y="263407"/>
                      <a:pt x="0" y="209400"/>
                      <a:pt x="0" y="142778"/>
                    </a:cubicBezTo>
                    <a:lnTo>
                      <a:pt x="0" y="120629"/>
                    </a:lnTo>
                    <a:cubicBezTo>
                      <a:pt x="0" y="54008"/>
                      <a:pt x="54008" y="0"/>
                      <a:pt x="120629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47625"/>
                <a:ext cx="481659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 dirty="0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Today’s Sale</a:t>
                </a:r>
              </a:p>
              <a:p>
                <a:pPr algn="ctr">
                  <a:lnSpc>
                    <a:spcPts val="4199"/>
                  </a:lnSpc>
                </a:pPr>
                <a:r>
                  <a:rPr lang="en-US" sz="2999" b="1" dirty="0">
                    <a:solidFill>
                      <a:srgbClr val="9B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$ 1,524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20225272" y="3559347"/>
              <a:ext cx="4232935" cy="2186781"/>
              <a:chOff x="0" y="0"/>
              <a:chExt cx="506932" cy="26188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506932" cy="261886"/>
              </a:xfrm>
              <a:custGeom>
                <a:avLst/>
                <a:gdLst/>
                <a:ahLst/>
                <a:cxnLst/>
                <a:rect l="l" t="t" r="r" b="b"/>
                <a:pathLst>
                  <a:path w="506932" h="261886">
                    <a:moveTo>
                      <a:pt x="114616" y="0"/>
                    </a:moveTo>
                    <a:lnTo>
                      <a:pt x="392316" y="0"/>
                    </a:lnTo>
                    <a:cubicBezTo>
                      <a:pt x="455616" y="0"/>
                      <a:pt x="506932" y="51315"/>
                      <a:pt x="506932" y="114616"/>
                    </a:cubicBezTo>
                    <a:lnTo>
                      <a:pt x="506932" y="147271"/>
                    </a:lnTo>
                    <a:cubicBezTo>
                      <a:pt x="506932" y="177669"/>
                      <a:pt x="494856" y="206822"/>
                      <a:pt x="473361" y="228316"/>
                    </a:cubicBezTo>
                    <a:cubicBezTo>
                      <a:pt x="451867" y="249811"/>
                      <a:pt x="422714" y="261886"/>
                      <a:pt x="392316" y="261886"/>
                    </a:cubicBezTo>
                    <a:lnTo>
                      <a:pt x="114616" y="261886"/>
                    </a:lnTo>
                    <a:cubicBezTo>
                      <a:pt x="51315" y="261886"/>
                      <a:pt x="0" y="210571"/>
                      <a:pt x="0" y="147271"/>
                    </a:cubicBezTo>
                    <a:lnTo>
                      <a:pt x="0" y="114616"/>
                    </a:lnTo>
                    <a:cubicBezTo>
                      <a:pt x="0" y="51315"/>
                      <a:pt x="51315" y="0"/>
                      <a:pt x="11461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38100"/>
                <a:ext cx="506932" cy="299986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3499"/>
                  </a:lnSpc>
                </a:pPr>
                <a:r>
                  <a:rPr lang="en-US" sz="2499" dirty="0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Order’s to Restock</a:t>
                </a:r>
              </a:p>
              <a:p>
                <a:pPr algn="ctr">
                  <a:lnSpc>
                    <a:spcPts val="3079"/>
                  </a:lnSpc>
                </a:pPr>
                <a:r>
                  <a:rPr lang="en-US" sz="2199" dirty="0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items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7650727" y="4460249"/>
              <a:ext cx="708841" cy="736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52"/>
                </a:lnSpc>
              </a:pPr>
              <a:r>
                <a:rPr lang="en-US" sz="3323" b="1" dirty="0">
                  <a:solidFill>
                    <a:srgbClr val="A72F29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2155198" y="4701723"/>
              <a:ext cx="2361388" cy="7481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789"/>
                </a:lnSpc>
              </a:pPr>
              <a:r>
                <a:rPr lang="en-US" sz="3420" b="1">
                  <a:solidFill>
                    <a:srgbClr val="847B4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$35,540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1223590" y="4510664"/>
              <a:ext cx="708842" cy="7361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52"/>
                </a:lnSpc>
              </a:pPr>
              <a:r>
                <a:rPr lang="en-US" sz="3323" b="1">
                  <a:solidFill>
                    <a:srgbClr val="847B4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21456147" y="11554458"/>
              <a:ext cx="3426092" cy="4568123"/>
            </a:xfrm>
            <a:custGeom>
              <a:avLst/>
              <a:gdLst/>
              <a:ahLst/>
              <a:cxnLst/>
              <a:rect l="l" t="t" r="r" b="b"/>
              <a:pathLst>
                <a:path w="3426092" h="4568123">
                  <a:moveTo>
                    <a:pt x="0" y="0"/>
                  </a:moveTo>
                  <a:lnTo>
                    <a:pt x="3426092" y="0"/>
                  </a:lnTo>
                  <a:lnTo>
                    <a:pt x="3426092" y="4568123"/>
                  </a:lnTo>
                  <a:lnTo>
                    <a:pt x="0" y="4568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0125164" y="12328183"/>
              <a:ext cx="2265505" cy="3020674"/>
            </a:xfrm>
            <a:custGeom>
              <a:avLst/>
              <a:gdLst/>
              <a:ahLst/>
              <a:cxnLst/>
              <a:rect l="l" t="t" r="r" b="b"/>
              <a:pathLst>
                <a:path w="2265505" h="3020674">
                  <a:moveTo>
                    <a:pt x="0" y="0"/>
                  </a:moveTo>
                  <a:lnTo>
                    <a:pt x="2265505" y="0"/>
                  </a:lnTo>
                  <a:lnTo>
                    <a:pt x="2265505" y="3020673"/>
                  </a:lnTo>
                  <a:lnTo>
                    <a:pt x="0" y="3020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1"/>
            <p:cNvSpPr/>
            <p:nvPr/>
          </p:nvSpPr>
          <p:spPr>
            <a:xfrm>
              <a:off x="21797593" y="13152719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2"/>
            <p:cNvSpPr/>
            <p:nvPr/>
          </p:nvSpPr>
          <p:spPr>
            <a:xfrm>
              <a:off x="21350806" y="13392773"/>
              <a:ext cx="1263744" cy="770576"/>
            </a:xfrm>
            <a:custGeom>
              <a:avLst/>
              <a:gdLst/>
              <a:ahLst/>
              <a:cxnLst/>
              <a:rect l="l" t="t" r="r" b="b"/>
              <a:pathLst>
                <a:path w="1263744" h="770576">
                  <a:moveTo>
                    <a:pt x="0" y="0"/>
                  </a:moveTo>
                  <a:lnTo>
                    <a:pt x="1263744" y="0"/>
                  </a:lnTo>
                  <a:lnTo>
                    <a:pt x="1263744" y="770576"/>
                  </a:lnTo>
                  <a:lnTo>
                    <a:pt x="0" y="770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461370" y="1945948"/>
              <a:ext cx="8422552" cy="855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02"/>
                </a:lnSpc>
              </a:pPr>
              <a:r>
                <a:rPr lang="en-US" sz="385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Welcome to Stock Pilot!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3792216" y="3792216"/>
            <a:ext cx="10287000" cy="2702567"/>
            <a:chOff x="0" y="0"/>
            <a:chExt cx="1605531" cy="421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05531" cy="421800"/>
            </a:xfrm>
            <a:custGeom>
              <a:avLst/>
              <a:gdLst/>
              <a:ahLst/>
              <a:cxnLst/>
              <a:rect l="l" t="t" r="r" b="b"/>
              <a:pathLst>
                <a:path w="1605531" h="421800">
                  <a:moveTo>
                    <a:pt x="0" y="0"/>
                  </a:moveTo>
                  <a:lnTo>
                    <a:pt x="1605531" y="0"/>
                  </a:lnTo>
                  <a:lnTo>
                    <a:pt x="1605531" y="421800"/>
                  </a:lnTo>
                  <a:lnTo>
                    <a:pt x="0" y="421800"/>
                  </a:lnTo>
                  <a:close/>
                </a:path>
              </a:pathLst>
            </a:custGeom>
            <a:solidFill>
              <a:srgbClr val="847B4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05531" cy="45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73679" y="-610698"/>
            <a:ext cx="19165589" cy="12491826"/>
            <a:chOff x="0" y="0"/>
            <a:chExt cx="25554119" cy="16655767"/>
          </a:xfrm>
        </p:grpSpPr>
        <p:grpSp>
          <p:nvGrpSpPr>
            <p:cNvPr id="6" name="Group 6"/>
            <p:cNvGrpSpPr/>
            <p:nvPr/>
          </p:nvGrpSpPr>
          <p:grpSpPr>
            <a:xfrm>
              <a:off x="4101662" y="1200183"/>
              <a:ext cx="20780577" cy="1760260"/>
              <a:chOff x="0" y="0"/>
              <a:chExt cx="4104805" cy="34770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104805" cy="347706"/>
              </a:xfrm>
              <a:custGeom>
                <a:avLst/>
                <a:gdLst/>
                <a:ahLst/>
                <a:cxnLst/>
                <a:rect l="l" t="t" r="r" b="b"/>
                <a:pathLst>
                  <a:path w="4104805" h="347706">
                    <a:moveTo>
                      <a:pt x="0" y="0"/>
                    </a:moveTo>
                    <a:lnTo>
                      <a:pt x="4104805" y="0"/>
                    </a:lnTo>
                    <a:lnTo>
                      <a:pt x="4104805" y="347706"/>
                    </a:lnTo>
                    <a:lnTo>
                      <a:pt x="0" y="347706"/>
                    </a:ln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104805" cy="3858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0615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4" y="0"/>
                  </a:lnTo>
                  <a:lnTo>
                    <a:pt x="8566494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82391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43753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698762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9131060" y="0"/>
              <a:ext cx="6056868" cy="5189765"/>
            </a:xfrm>
            <a:custGeom>
              <a:avLst/>
              <a:gdLst/>
              <a:ahLst/>
              <a:cxnLst/>
              <a:rect l="l" t="t" r="r" b="b"/>
              <a:pathLst>
                <a:path w="6056868" h="5189765">
                  <a:moveTo>
                    <a:pt x="0" y="0"/>
                  </a:moveTo>
                  <a:lnTo>
                    <a:pt x="6056868" y="0"/>
                  </a:lnTo>
                  <a:lnTo>
                    <a:pt x="6056868" y="5189765"/>
                  </a:lnTo>
                  <a:lnTo>
                    <a:pt x="0" y="5189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8353" b="-8353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615246" y="6723112"/>
              <a:ext cx="11105535" cy="6639842"/>
              <a:chOff x="0" y="0"/>
              <a:chExt cx="1299962" cy="77722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99962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1299962" h="777229">
                    <a:moveTo>
                      <a:pt x="43686" y="0"/>
                    </a:moveTo>
                    <a:lnTo>
                      <a:pt x="1256276" y="0"/>
                    </a:lnTo>
                    <a:cubicBezTo>
                      <a:pt x="1280403" y="0"/>
                      <a:pt x="1299962" y="19559"/>
                      <a:pt x="1299962" y="43686"/>
                    </a:cubicBezTo>
                    <a:lnTo>
                      <a:pt x="1299962" y="733543"/>
                    </a:lnTo>
                    <a:cubicBezTo>
                      <a:pt x="1299962" y="757670"/>
                      <a:pt x="1280403" y="777229"/>
                      <a:pt x="1256276" y="777229"/>
                    </a:cubicBezTo>
                    <a:lnTo>
                      <a:pt x="43686" y="777229"/>
                    </a:lnTo>
                    <a:cubicBezTo>
                      <a:pt x="19559" y="777229"/>
                      <a:pt x="0" y="757670"/>
                      <a:pt x="0" y="733543"/>
                    </a:cubicBezTo>
                    <a:lnTo>
                      <a:pt x="0" y="43686"/>
                    </a:lnTo>
                    <a:cubicBezTo>
                      <a:pt x="0" y="19559"/>
                      <a:pt x="19559" y="0"/>
                      <a:pt x="4368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99962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Inventory usages by month</a:t>
                </a: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31472" y="6776770"/>
              <a:ext cx="11406712" cy="6974980"/>
            </a:xfrm>
            <a:prstGeom prst="rect">
              <a:avLst/>
            </a:prstGeom>
          </p:spPr>
        </p:pic>
        <p:grpSp>
          <p:nvGrpSpPr>
            <p:cNvPr id="18" name="Group 18"/>
            <p:cNvGrpSpPr/>
            <p:nvPr/>
          </p:nvGrpSpPr>
          <p:grpSpPr>
            <a:xfrm>
              <a:off x="18286007" y="6723112"/>
              <a:ext cx="6172200" cy="6639842"/>
              <a:chOff x="0" y="0"/>
              <a:chExt cx="722489" cy="77722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22489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722489" h="777229">
                    <a:moveTo>
                      <a:pt x="78604" y="0"/>
                    </a:moveTo>
                    <a:lnTo>
                      <a:pt x="643885" y="0"/>
                    </a:lnTo>
                    <a:cubicBezTo>
                      <a:pt x="687297" y="0"/>
                      <a:pt x="722489" y="35192"/>
                      <a:pt x="722489" y="78604"/>
                    </a:cubicBezTo>
                    <a:lnTo>
                      <a:pt x="722489" y="698625"/>
                    </a:lnTo>
                    <a:cubicBezTo>
                      <a:pt x="722489" y="719472"/>
                      <a:pt x="714207" y="739465"/>
                      <a:pt x="699466" y="754206"/>
                    </a:cubicBezTo>
                    <a:cubicBezTo>
                      <a:pt x="684725" y="768947"/>
                      <a:pt x="664732" y="777229"/>
                      <a:pt x="643885" y="777229"/>
                    </a:cubicBezTo>
                    <a:lnTo>
                      <a:pt x="78604" y="777229"/>
                    </a:lnTo>
                    <a:cubicBezTo>
                      <a:pt x="35192" y="777229"/>
                      <a:pt x="0" y="742037"/>
                      <a:pt x="0" y="698625"/>
                    </a:cubicBezTo>
                    <a:lnTo>
                      <a:pt x="0" y="78604"/>
                    </a:lnTo>
                    <a:cubicBezTo>
                      <a:pt x="0" y="57757"/>
                      <a:pt x="8281" y="37764"/>
                      <a:pt x="23023" y="23023"/>
                    </a:cubicBezTo>
                    <a:cubicBezTo>
                      <a:pt x="37764" y="8281"/>
                      <a:pt x="57757" y="0"/>
                      <a:pt x="7860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722489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79"/>
                  </a:lnSpc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Items to Restock</a:t>
                </a:r>
              </a:p>
              <a:p>
                <a:pPr algn="ctr">
                  <a:lnSpc>
                    <a:spcPts val="377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Cheese (Mozerella)</a:t>
                </a: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Tomato sauce</a:t>
                </a: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Olive oil</a:t>
                </a: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Sausage</a:t>
                </a: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Basil</a:t>
                </a:r>
              </a:p>
              <a:p>
                <a:pPr marL="582925" lvl="1" indent="-291463" algn="l">
                  <a:lnSpc>
                    <a:spcPts val="3779"/>
                  </a:lnSpc>
                  <a:buFont typeface="Arial"/>
                  <a:buChar char="•"/>
                </a:pPr>
                <a:r>
                  <a:rPr lang="en-US" sz="26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Flour</a:t>
                </a:r>
              </a:p>
              <a:p>
                <a:pPr algn="l">
                  <a:lnSpc>
                    <a:spcPts val="3779"/>
                  </a:lnSpc>
                </a:pPr>
                <a:endParaRPr lang="en-US" sz="26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47461" y="3982893"/>
              <a:ext cx="3258594" cy="925057"/>
              <a:chOff x="0" y="0"/>
              <a:chExt cx="381436" cy="10828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381436" cy="108283"/>
              </a:xfrm>
              <a:custGeom>
                <a:avLst/>
                <a:gdLst/>
                <a:ahLst/>
                <a:cxnLst/>
                <a:rect l="l" t="t" r="r" b="b"/>
                <a:pathLst>
                  <a:path w="381436" h="108283">
                    <a:moveTo>
                      <a:pt x="54141" y="0"/>
                    </a:moveTo>
                    <a:lnTo>
                      <a:pt x="327294" y="0"/>
                    </a:lnTo>
                    <a:cubicBezTo>
                      <a:pt x="357196" y="0"/>
                      <a:pt x="381436" y="24240"/>
                      <a:pt x="381436" y="54141"/>
                    </a:cubicBezTo>
                    <a:lnTo>
                      <a:pt x="381436" y="54141"/>
                    </a:lnTo>
                    <a:cubicBezTo>
                      <a:pt x="381436" y="68501"/>
                      <a:pt x="375732" y="82272"/>
                      <a:pt x="365578" y="92425"/>
                    </a:cubicBezTo>
                    <a:cubicBezTo>
                      <a:pt x="355425" y="102579"/>
                      <a:pt x="341654" y="108283"/>
                      <a:pt x="327294" y="108283"/>
                    </a:cubicBezTo>
                    <a:lnTo>
                      <a:pt x="54141" y="108283"/>
                    </a:lnTo>
                    <a:cubicBezTo>
                      <a:pt x="39782" y="108283"/>
                      <a:pt x="26011" y="102579"/>
                      <a:pt x="15858" y="92425"/>
                    </a:cubicBezTo>
                    <a:cubicBezTo>
                      <a:pt x="5704" y="82272"/>
                      <a:pt x="0" y="68501"/>
                      <a:pt x="0" y="54141"/>
                    </a:cubicBezTo>
                    <a:lnTo>
                      <a:pt x="0" y="54141"/>
                    </a:lnTo>
                    <a:cubicBezTo>
                      <a:pt x="0" y="39782"/>
                      <a:pt x="5704" y="26011"/>
                      <a:pt x="15858" y="15858"/>
                    </a:cubicBezTo>
                    <a:cubicBezTo>
                      <a:pt x="26011" y="5704"/>
                      <a:pt x="39782" y="0"/>
                      <a:pt x="54141" y="0"/>
                    </a:cubicBezTo>
                    <a:close/>
                  </a:path>
                </a:pathLst>
              </a:custGeom>
              <a:solidFill>
                <a:srgbClr val="FFFFFF">
                  <a:alpha val="49804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381436" cy="1463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983590" y="4155488"/>
              <a:ext cx="440699" cy="579867"/>
            </a:xfrm>
            <a:custGeom>
              <a:avLst/>
              <a:gdLst/>
              <a:ahLst/>
              <a:cxnLst/>
              <a:rect l="l" t="t" r="r" b="b"/>
              <a:pathLst>
                <a:path w="440699" h="579867">
                  <a:moveTo>
                    <a:pt x="0" y="0"/>
                  </a:moveTo>
                  <a:lnTo>
                    <a:pt x="440699" y="0"/>
                  </a:lnTo>
                  <a:lnTo>
                    <a:pt x="440699" y="579867"/>
                  </a:lnTo>
                  <a:lnTo>
                    <a:pt x="0" y="579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77959" y="4148029"/>
              <a:ext cx="1997088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Inventory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1419800" y="5624078"/>
              <a:ext cx="402307" cy="423887"/>
            </a:xfrm>
            <a:custGeom>
              <a:avLst/>
              <a:gdLst/>
              <a:ahLst/>
              <a:cxnLst/>
              <a:rect l="l" t="t" r="r" b="b"/>
              <a:pathLst>
                <a:path w="402307" h="423887">
                  <a:moveTo>
                    <a:pt x="0" y="0"/>
                  </a:moveTo>
                  <a:lnTo>
                    <a:pt x="402307" y="0"/>
                  </a:lnTo>
                  <a:lnTo>
                    <a:pt x="402307" y="423887"/>
                  </a:lnTo>
                  <a:lnTo>
                    <a:pt x="0" y="423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05188" y="5538630"/>
              <a:ext cx="1033049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70654" y="7051208"/>
              <a:ext cx="412115" cy="499533"/>
            </a:xfrm>
            <a:custGeom>
              <a:avLst/>
              <a:gdLst/>
              <a:ahLst/>
              <a:cxnLst/>
              <a:rect l="l" t="t" r="r" b="b"/>
              <a:pathLst>
                <a:path w="412115" h="499533">
                  <a:moveTo>
                    <a:pt x="0" y="0"/>
                  </a:moveTo>
                  <a:lnTo>
                    <a:pt x="412115" y="0"/>
                  </a:lnTo>
                  <a:lnTo>
                    <a:pt x="412115" y="499534"/>
                  </a:lnTo>
                  <a:lnTo>
                    <a:pt x="0" y="499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7466" y="6940083"/>
              <a:ext cx="2640489" cy="54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Order history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670654" y="7672263"/>
              <a:ext cx="4930489" cy="5940348"/>
            </a:xfrm>
            <a:custGeom>
              <a:avLst/>
              <a:gdLst/>
              <a:ahLst/>
              <a:cxnLst/>
              <a:rect l="l" t="t" r="r" b="b"/>
              <a:pathLst>
                <a:path w="4930489" h="5940348">
                  <a:moveTo>
                    <a:pt x="0" y="0"/>
                  </a:moveTo>
                  <a:lnTo>
                    <a:pt x="4930489" y="0"/>
                  </a:lnTo>
                  <a:lnTo>
                    <a:pt x="4930489" y="5940348"/>
                  </a:lnTo>
                  <a:lnTo>
                    <a:pt x="0" y="5940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0" y="8452442"/>
              <a:ext cx="8203325" cy="8203325"/>
            </a:xfrm>
            <a:custGeom>
              <a:avLst/>
              <a:gdLst/>
              <a:ahLst/>
              <a:cxnLst/>
              <a:rect l="l" t="t" r="r" b="b"/>
              <a:pathLst>
                <a:path w="8203325" h="8203325">
                  <a:moveTo>
                    <a:pt x="0" y="0"/>
                  </a:moveTo>
                  <a:lnTo>
                    <a:pt x="8203325" y="0"/>
                  </a:lnTo>
                  <a:lnTo>
                    <a:pt x="8203325" y="8203324"/>
                  </a:lnTo>
                  <a:lnTo>
                    <a:pt x="0" y="8203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6769257" y="3559347"/>
              <a:ext cx="4232115" cy="2199481"/>
              <a:chOff x="0" y="0"/>
              <a:chExt cx="506833" cy="263407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506833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6833" h="263407">
                    <a:moveTo>
                      <a:pt x="114638" y="0"/>
                    </a:moveTo>
                    <a:lnTo>
                      <a:pt x="392196" y="0"/>
                    </a:lnTo>
                    <a:cubicBezTo>
                      <a:pt x="422599" y="0"/>
                      <a:pt x="451758" y="12078"/>
                      <a:pt x="473257" y="33577"/>
                    </a:cubicBezTo>
                    <a:cubicBezTo>
                      <a:pt x="494756" y="55075"/>
                      <a:pt x="506833" y="84234"/>
                      <a:pt x="506833" y="114638"/>
                    </a:cubicBezTo>
                    <a:lnTo>
                      <a:pt x="506833" y="148770"/>
                    </a:lnTo>
                    <a:cubicBezTo>
                      <a:pt x="506833" y="179173"/>
                      <a:pt x="494756" y="208332"/>
                      <a:pt x="473257" y="229831"/>
                    </a:cubicBezTo>
                    <a:cubicBezTo>
                      <a:pt x="451758" y="251330"/>
                      <a:pt x="422599" y="263407"/>
                      <a:pt x="392196" y="263407"/>
                    </a:cubicBezTo>
                    <a:lnTo>
                      <a:pt x="114638" y="263407"/>
                    </a:lnTo>
                    <a:cubicBezTo>
                      <a:pt x="84234" y="263407"/>
                      <a:pt x="55075" y="251330"/>
                      <a:pt x="33577" y="229831"/>
                    </a:cubicBezTo>
                    <a:cubicBezTo>
                      <a:pt x="12078" y="208332"/>
                      <a:pt x="0" y="179173"/>
                      <a:pt x="0" y="148770"/>
                    </a:cubicBezTo>
                    <a:lnTo>
                      <a:pt x="0" y="114638"/>
                    </a:lnTo>
                    <a:cubicBezTo>
                      <a:pt x="0" y="84234"/>
                      <a:pt x="12078" y="55075"/>
                      <a:pt x="33577" y="33577"/>
                    </a:cubicBezTo>
                    <a:cubicBezTo>
                      <a:pt x="55075" y="12078"/>
                      <a:pt x="84234" y="0"/>
                      <a:pt x="114638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506833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Total Items </a:t>
                </a:r>
              </a:p>
              <a:p>
                <a:pPr algn="ctr">
                  <a:lnSpc>
                    <a:spcPts val="4199"/>
                  </a:lnSpc>
                </a:pPr>
                <a:r>
                  <a:rPr lang="en-US" sz="2999" b="1">
                    <a:solidFill>
                      <a:srgbClr val="00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128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1324938" y="3559347"/>
              <a:ext cx="4205840" cy="2199481"/>
              <a:chOff x="0" y="0"/>
              <a:chExt cx="503687" cy="263407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503687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3687" h="263407">
                    <a:moveTo>
                      <a:pt x="115354" y="0"/>
                    </a:moveTo>
                    <a:lnTo>
                      <a:pt x="388333" y="0"/>
                    </a:lnTo>
                    <a:cubicBezTo>
                      <a:pt x="452041" y="0"/>
                      <a:pt x="503687" y="51646"/>
                      <a:pt x="503687" y="115354"/>
                    </a:cubicBezTo>
                    <a:lnTo>
                      <a:pt x="503687" y="148053"/>
                    </a:lnTo>
                    <a:cubicBezTo>
                      <a:pt x="503687" y="211762"/>
                      <a:pt x="452041" y="263407"/>
                      <a:pt x="388333" y="263407"/>
                    </a:cubicBezTo>
                    <a:lnTo>
                      <a:pt x="115354" y="263407"/>
                    </a:lnTo>
                    <a:cubicBezTo>
                      <a:pt x="51646" y="263407"/>
                      <a:pt x="0" y="211762"/>
                      <a:pt x="0" y="148053"/>
                    </a:cubicBezTo>
                    <a:lnTo>
                      <a:pt x="0" y="115354"/>
                    </a:lnTo>
                    <a:cubicBezTo>
                      <a:pt x="0" y="51646"/>
                      <a:pt x="51646" y="0"/>
                      <a:pt x="11535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503687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059"/>
                  </a:lnSpc>
                </a:pPr>
                <a:r>
                  <a:rPr lang="en-US" sz="2899" b="1" dirty="0">
                    <a:solidFill>
                      <a:srgbClr val="847B4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Low Stock Alert</a:t>
                </a:r>
              </a:p>
              <a:p>
                <a:pPr algn="ctr">
                  <a:lnSpc>
                    <a:spcPts val="3779"/>
                  </a:lnSpc>
                </a:pPr>
                <a:r>
                  <a:rPr lang="en-US" sz="2699" dirty="0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alerts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5880618" y="3559347"/>
              <a:ext cx="4021909" cy="2199481"/>
              <a:chOff x="0" y="0"/>
              <a:chExt cx="481659" cy="26340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481659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481659" h="263407">
                    <a:moveTo>
                      <a:pt x="120629" y="0"/>
                    </a:moveTo>
                    <a:lnTo>
                      <a:pt x="361030" y="0"/>
                    </a:lnTo>
                    <a:cubicBezTo>
                      <a:pt x="427652" y="0"/>
                      <a:pt x="481659" y="54008"/>
                      <a:pt x="481659" y="120629"/>
                    </a:cubicBezTo>
                    <a:lnTo>
                      <a:pt x="481659" y="142778"/>
                    </a:lnTo>
                    <a:cubicBezTo>
                      <a:pt x="481659" y="209400"/>
                      <a:pt x="427652" y="263407"/>
                      <a:pt x="361030" y="263407"/>
                    </a:cubicBezTo>
                    <a:lnTo>
                      <a:pt x="120629" y="263407"/>
                    </a:lnTo>
                    <a:cubicBezTo>
                      <a:pt x="54008" y="263407"/>
                      <a:pt x="0" y="209400"/>
                      <a:pt x="0" y="142778"/>
                    </a:cubicBezTo>
                    <a:lnTo>
                      <a:pt x="0" y="120629"/>
                    </a:lnTo>
                    <a:cubicBezTo>
                      <a:pt x="0" y="54008"/>
                      <a:pt x="54008" y="0"/>
                      <a:pt x="120629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481659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 b="1" dirty="0">
                    <a:solidFill>
                      <a:srgbClr val="9B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Out of stock</a:t>
                </a:r>
              </a:p>
              <a:p>
                <a:pPr algn="ctr">
                  <a:lnSpc>
                    <a:spcPts val="4199"/>
                  </a:lnSpc>
                </a:pPr>
                <a:r>
                  <a:rPr lang="en-US" sz="2999" dirty="0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items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20225272" y="3559347"/>
              <a:ext cx="4232935" cy="2186781"/>
              <a:chOff x="0" y="0"/>
              <a:chExt cx="506932" cy="26188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06932" cy="261886"/>
              </a:xfrm>
              <a:custGeom>
                <a:avLst/>
                <a:gdLst/>
                <a:ahLst/>
                <a:cxnLst/>
                <a:rect l="l" t="t" r="r" b="b"/>
                <a:pathLst>
                  <a:path w="506932" h="261886">
                    <a:moveTo>
                      <a:pt x="114616" y="0"/>
                    </a:moveTo>
                    <a:lnTo>
                      <a:pt x="392316" y="0"/>
                    </a:lnTo>
                    <a:cubicBezTo>
                      <a:pt x="455616" y="0"/>
                      <a:pt x="506932" y="51315"/>
                      <a:pt x="506932" y="114616"/>
                    </a:cubicBezTo>
                    <a:lnTo>
                      <a:pt x="506932" y="147271"/>
                    </a:lnTo>
                    <a:cubicBezTo>
                      <a:pt x="506932" y="177669"/>
                      <a:pt x="494856" y="206822"/>
                      <a:pt x="473361" y="228316"/>
                    </a:cubicBezTo>
                    <a:cubicBezTo>
                      <a:pt x="451867" y="249811"/>
                      <a:pt x="422714" y="261886"/>
                      <a:pt x="392316" y="261886"/>
                    </a:cubicBezTo>
                    <a:lnTo>
                      <a:pt x="114616" y="261886"/>
                    </a:lnTo>
                    <a:cubicBezTo>
                      <a:pt x="51315" y="261886"/>
                      <a:pt x="0" y="210571"/>
                      <a:pt x="0" y="147271"/>
                    </a:cubicBezTo>
                    <a:lnTo>
                      <a:pt x="0" y="114616"/>
                    </a:lnTo>
                    <a:cubicBezTo>
                      <a:pt x="0" y="51315"/>
                      <a:pt x="51315" y="0"/>
                      <a:pt x="11461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506932" cy="299986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3499"/>
                  </a:lnSpc>
                </a:pPr>
                <a:r>
                  <a:rPr lang="en-US" sz="24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Order’s to Deliver</a:t>
                </a:r>
              </a:p>
              <a:p>
                <a:pPr algn="ctr">
                  <a:lnSpc>
                    <a:spcPts val="3079"/>
                  </a:lnSpc>
                </a:pPr>
                <a:r>
                  <a:rPr lang="en-US" sz="21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orders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21456147" y="11554458"/>
              <a:ext cx="3426092" cy="4568123"/>
            </a:xfrm>
            <a:custGeom>
              <a:avLst/>
              <a:gdLst/>
              <a:ahLst/>
              <a:cxnLst/>
              <a:rect l="l" t="t" r="r" b="b"/>
              <a:pathLst>
                <a:path w="3426092" h="4568123">
                  <a:moveTo>
                    <a:pt x="0" y="0"/>
                  </a:moveTo>
                  <a:lnTo>
                    <a:pt x="3426092" y="0"/>
                  </a:lnTo>
                  <a:lnTo>
                    <a:pt x="3426092" y="4568123"/>
                  </a:lnTo>
                  <a:lnTo>
                    <a:pt x="0" y="4568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20125164" y="12328183"/>
              <a:ext cx="2265505" cy="3020674"/>
            </a:xfrm>
            <a:custGeom>
              <a:avLst/>
              <a:gdLst/>
              <a:ahLst/>
              <a:cxnLst/>
              <a:rect l="l" t="t" r="r" b="b"/>
              <a:pathLst>
                <a:path w="2265505" h="3020674">
                  <a:moveTo>
                    <a:pt x="0" y="0"/>
                  </a:moveTo>
                  <a:lnTo>
                    <a:pt x="2265505" y="0"/>
                  </a:lnTo>
                  <a:lnTo>
                    <a:pt x="2265505" y="3020673"/>
                  </a:lnTo>
                  <a:lnTo>
                    <a:pt x="0" y="3020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21797593" y="13152719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21350806" y="13392773"/>
              <a:ext cx="1263744" cy="770576"/>
            </a:xfrm>
            <a:custGeom>
              <a:avLst/>
              <a:gdLst/>
              <a:ahLst/>
              <a:cxnLst/>
              <a:rect l="l" t="t" r="r" b="b"/>
              <a:pathLst>
                <a:path w="1263744" h="770576">
                  <a:moveTo>
                    <a:pt x="0" y="0"/>
                  </a:moveTo>
                  <a:lnTo>
                    <a:pt x="1263744" y="0"/>
                  </a:lnTo>
                  <a:lnTo>
                    <a:pt x="1263744" y="770576"/>
                  </a:lnTo>
                  <a:lnTo>
                    <a:pt x="0" y="770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8524906" y="7135859"/>
              <a:ext cx="805909" cy="829765"/>
            </a:xfrm>
            <a:custGeom>
              <a:avLst/>
              <a:gdLst/>
              <a:ahLst/>
              <a:cxnLst/>
              <a:rect l="l" t="t" r="r" b="b"/>
              <a:pathLst>
                <a:path w="805909" h="829765">
                  <a:moveTo>
                    <a:pt x="0" y="0"/>
                  </a:moveTo>
                  <a:lnTo>
                    <a:pt x="805909" y="0"/>
                  </a:lnTo>
                  <a:lnTo>
                    <a:pt x="805909" y="829765"/>
                  </a:lnTo>
                  <a:lnTo>
                    <a:pt x="0" y="829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alphaModFix amt="65000"/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7104" y="2538832"/>
              <a:ext cx="2184400" cy="1259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Dashboard</a:t>
              </a:r>
            </a:p>
            <a:p>
              <a:pPr algn="l">
                <a:lnSpc>
                  <a:spcPts val="4200"/>
                </a:lnSpc>
              </a:pPr>
              <a:endParaRPr lang="en-US" sz="2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2137037" y="4735354"/>
              <a:ext cx="535041" cy="836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09"/>
                </a:lnSpc>
              </a:pPr>
              <a:r>
                <a:rPr lang="en-US" sz="3720" b="1" dirty="0">
                  <a:solidFill>
                    <a:srgbClr val="9B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1101726" y="4427593"/>
              <a:ext cx="708841" cy="736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52"/>
                </a:lnSpc>
              </a:pPr>
              <a:r>
                <a:rPr lang="en-US" sz="3323" b="1" dirty="0">
                  <a:solidFill>
                    <a:srgbClr val="847B4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61370" y="1945948"/>
              <a:ext cx="8422552" cy="855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02"/>
                </a:lnSpc>
              </a:pPr>
              <a:r>
                <a:rPr lang="en-US" sz="385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Inventory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6569855" y="4417192"/>
              <a:ext cx="708841" cy="736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52"/>
                </a:lnSpc>
              </a:pPr>
              <a:r>
                <a:rPr lang="en-US" sz="3323" b="1" dirty="0">
                  <a:solidFill>
                    <a:srgbClr val="A72F29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3792216" y="3792216"/>
            <a:ext cx="10287000" cy="2702567"/>
            <a:chOff x="0" y="0"/>
            <a:chExt cx="1605531" cy="421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05531" cy="421800"/>
            </a:xfrm>
            <a:custGeom>
              <a:avLst/>
              <a:gdLst/>
              <a:ahLst/>
              <a:cxnLst/>
              <a:rect l="l" t="t" r="r" b="b"/>
              <a:pathLst>
                <a:path w="1605531" h="421800">
                  <a:moveTo>
                    <a:pt x="0" y="0"/>
                  </a:moveTo>
                  <a:lnTo>
                    <a:pt x="1605531" y="0"/>
                  </a:lnTo>
                  <a:lnTo>
                    <a:pt x="1605531" y="421800"/>
                  </a:lnTo>
                  <a:lnTo>
                    <a:pt x="0" y="421800"/>
                  </a:lnTo>
                  <a:close/>
                </a:path>
              </a:pathLst>
            </a:custGeom>
            <a:solidFill>
              <a:srgbClr val="847B4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05531" cy="45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73679" y="-610698"/>
            <a:ext cx="19165589" cy="12491826"/>
            <a:chOff x="0" y="0"/>
            <a:chExt cx="25554119" cy="16655767"/>
          </a:xfrm>
        </p:grpSpPr>
        <p:grpSp>
          <p:nvGrpSpPr>
            <p:cNvPr id="6" name="Group 6"/>
            <p:cNvGrpSpPr/>
            <p:nvPr/>
          </p:nvGrpSpPr>
          <p:grpSpPr>
            <a:xfrm>
              <a:off x="4101662" y="1200183"/>
              <a:ext cx="20780577" cy="1760260"/>
              <a:chOff x="0" y="0"/>
              <a:chExt cx="4104805" cy="34770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104805" cy="347706"/>
              </a:xfrm>
              <a:custGeom>
                <a:avLst/>
                <a:gdLst/>
                <a:ahLst/>
                <a:cxnLst/>
                <a:rect l="l" t="t" r="r" b="b"/>
                <a:pathLst>
                  <a:path w="4104805" h="347706">
                    <a:moveTo>
                      <a:pt x="0" y="0"/>
                    </a:moveTo>
                    <a:lnTo>
                      <a:pt x="4104805" y="0"/>
                    </a:lnTo>
                    <a:lnTo>
                      <a:pt x="4104805" y="347706"/>
                    </a:lnTo>
                    <a:lnTo>
                      <a:pt x="0" y="347706"/>
                    </a:ln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104805" cy="3858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10615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4" y="0"/>
                  </a:lnTo>
                  <a:lnTo>
                    <a:pt x="8566494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823912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43753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6987624" y="814263"/>
              <a:ext cx="8566495" cy="771838"/>
            </a:xfrm>
            <a:custGeom>
              <a:avLst/>
              <a:gdLst/>
              <a:ahLst/>
              <a:cxnLst/>
              <a:rect l="l" t="t" r="r" b="b"/>
              <a:pathLst>
                <a:path w="8566495" h="771838">
                  <a:moveTo>
                    <a:pt x="0" y="0"/>
                  </a:moveTo>
                  <a:lnTo>
                    <a:pt x="8566495" y="0"/>
                  </a:lnTo>
                  <a:lnTo>
                    <a:pt x="8566495" y="771839"/>
                  </a:lnTo>
                  <a:lnTo>
                    <a:pt x="0" y="771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03620" b="-11130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9131060" y="0"/>
              <a:ext cx="6056868" cy="5189765"/>
            </a:xfrm>
            <a:custGeom>
              <a:avLst/>
              <a:gdLst/>
              <a:ahLst/>
              <a:cxnLst/>
              <a:rect l="l" t="t" r="r" b="b"/>
              <a:pathLst>
                <a:path w="6056868" h="5189765">
                  <a:moveTo>
                    <a:pt x="0" y="0"/>
                  </a:moveTo>
                  <a:lnTo>
                    <a:pt x="6056868" y="0"/>
                  </a:lnTo>
                  <a:lnTo>
                    <a:pt x="6056868" y="5189765"/>
                  </a:lnTo>
                  <a:lnTo>
                    <a:pt x="0" y="5189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8353" b="-8353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615246" y="6723112"/>
              <a:ext cx="11105535" cy="6639842"/>
              <a:chOff x="0" y="0"/>
              <a:chExt cx="1299962" cy="77722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99962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1299962" h="777229">
                    <a:moveTo>
                      <a:pt x="43686" y="0"/>
                    </a:moveTo>
                    <a:lnTo>
                      <a:pt x="1256276" y="0"/>
                    </a:lnTo>
                    <a:cubicBezTo>
                      <a:pt x="1280403" y="0"/>
                      <a:pt x="1299962" y="19559"/>
                      <a:pt x="1299962" y="43686"/>
                    </a:cubicBezTo>
                    <a:lnTo>
                      <a:pt x="1299962" y="733543"/>
                    </a:lnTo>
                    <a:cubicBezTo>
                      <a:pt x="1299962" y="757670"/>
                      <a:pt x="1280403" y="777229"/>
                      <a:pt x="1256276" y="777229"/>
                    </a:cubicBezTo>
                    <a:lnTo>
                      <a:pt x="43686" y="777229"/>
                    </a:lnTo>
                    <a:cubicBezTo>
                      <a:pt x="19559" y="777229"/>
                      <a:pt x="0" y="757670"/>
                      <a:pt x="0" y="733543"/>
                    </a:cubicBezTo>
                    <a:lnTo>
                      <a:pt x="0" y="43686"/>
                    </a:lnTo>
                    <a:cubicBezTo>
                      <a:pt x="0" y="19559"/>
                      <a:pt x="19559" y="0"/>
                      <a:pt x="4368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99962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Sales Chart</a:t>
                </a: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algn="ctr">
                  <a:lnSpc>
                    <a:spcPts val="4199"/>
                  </a:lnSpc>
                </a:pPr>
                <a:endPara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25557" y="7147103"/>
              <a:ext cx="11631346" cy="6872440"/>
            </a:xfrm>
            <a:prstGeom prst="rect">
              <a:avLst/>
            </a:prstGeom>
          </p:spPr>
        </p:pic>
        <p:grpSp>
          <p:nvGrpSpPr>
            <p:cNvPr id="18" name="Group 18"/>
            <p:cNvGrpSpPr/>
            <p:nvPr/>
          </p:nvGrpSpPr>
          <p:grpSpPr>
            <a:xfrm>
              <a:off x="18286007" y="6723112"/>
              <a:ext cx="6172200" cy="6639842"/>
              <a:chOff x="0" y="0"/>
              <a:chExt cx="722489" cy="77722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22489" cy="777229"/>
              </a:xfrm>
              <a:custGeom>
                <a:avLst/>
                <a:gdLst/>
                <a:ahLst/>
                <a:cxnLst/>
                <a:rect l="l" t="t" r="r" b="b"/>
                <a:pathLst>
                  <a:path w="722489" h="777229">
                    <a:moveTo>
                      <a:pt x="78604" y="0"/>
                    </a:moveTo>
                    <a:lnTo>
                      <a:pt x="643885" y="0"/>
                    </a:lnTo>
                    <a:cubicBezTo>
                      <a:pt x="687297" y="0"/>
                      <a:pt x="722489" y="35192"/>
                      <a:pt x="722489" y="78604"/>
                    </a:cubicBezTo>
                    <a:lnTo>
                      <a:pt x="722489" y="698625"/>
                    </a:lnTo>
                    <a:cubicBezTo>
                      <a:pt x="722489" y="719472"/>
                      <a:pt x="714207" y="739465"/>
                      <a:pt x="699466" y="754206"/>
                    </a:cubicBezTo>
                    <a:cubicBezTo>
                      <a:pt x="684725" y="768947"/>
                      <a:pt x="664732" y="777229"/>
                      <a:pt x="643885" y="777229"/>
                    </a:cubicBezTo>
                    <a:lnTo>
                      <a:pt x="78604" y="777229"/>
                    </a:lnTo>
                    <a:cubicBezTo>
                      <a:pt x="35192" y="777229"/>
                      <a:pt x="0" y="742037"/>
                      <a:pt x="0" y="698625"/>
                    </a:cubicBezTo>
                    <a:lnTo>
                      <a:pt x="0" y="78604"/>
                    </a:lnTo>
                    <a:cubicBezTo>
                      <a:pt x="0" y="57757"/>
                      <a:pt x="8281" y="37764"/>
                      <a:pt x="23023" y="23023"/>
                    </a:cubicBezTo>
                    <a:cubicBezTo>
                      <a:pt x="37764" y="8281"/>
                      <a:pt x="57757" y="0"/>
                      <a:pt x="7860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722489" cy="82485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 b="1">
                    <a:solidFill>
                      <a:srgbClr val="9B0000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Top Selling Products</a:t>
                </a:r>
              </a:p>
              <a:p>
                <a:pPr algn="ctr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  <a:p>
                <a:pPr algn="l">
                  <a:lnSpc>
                    <a:spcPts val="3779"/>
                  </a:lnSpc>
                </a:pPr>
                <a:endParaRPr lang="en-US" sz="2999" b="1">
                  <a:solidFill>
                    <a:srgbClr val="9B0000"/>
                  </a:solidFill>
                  <a:latin typeface="Montserrat Bold"/>
                  <a:ea typeface="Montserrat Bold"/>
                  <a:cs typeface="Montserrat Bold"/>
                  <a:sym typeface="Montserrat Bold"/>
                </a:endParaRP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8641903" y="8414833"/>
              <a:ext cx="5257937" cy="4235030"/>
            </a:xfrm>
            <a:custGeom>
              <a:avLst/>
              <a:gdLst/>
              <a:ahLst/>
              <a:cxnLst/>
              <a:rect l="l" t="t" r="r" b="b"/>
              <a:pathLst>
                <a:path w="5257937" h="4235030">
                  <a:moveTo>
                    <a:pt x="0" y="0"/>
                  </a:moveTo>
                  <a:lnTo>
                    <a:pt x="5257937" y="0"/>
                  </a:lnTo>
                  <a:lnTo>
                    <a:pt x="5257937" y="4235029"/>
                  </a:lnTo>
                  <a:lnTo>
                    <a:pt x="0" y="4235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509361" y="5373493"/>
              <a:ext cx="3258594" cy="925057"/>
              <a:chOff x="0" y="0"/>
              <a:chExt cx="381436" cy="108283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381436" cy="108283"/>
              </a:xfrm>
              <a:custGeom>
                <a:avLst/>
                <a:gdLst/>
                <a:ahLst/>
                <a:cxnLst/>
                <a:rect l="l" t="t" r="r" b="b"/>
                <a:pathLst>
                  <a:path w="381436" h="108283">
                    <a:moveTo>
                      <a:pt x="54141" y="0"/>
                    </a:moveTo>
                    <a:lnTo>
                      <a:pt x="327294" y="0"/>
                    </a:lnTo>
                    <a:cubicBezTo>
                      <a:pt x="357196" y="0"/>
                      <a:pt x="381436" y="24240"/>
                      <a:pt x="381436" y="54141"/>
                    </a:cubicBezTo>
                    <a:lnTo>
                      <a:pt x="381436" y="54141"/>
                    </a:lnTo>
                    <a:cubicBezTo>
                      <a:pt x="381436" y="68501"/>
                      <a:pt x="375732" y="82272"/>
                      <a:pt x="365578" y="92425"/>
                    </a:cubicBezTo>
                    <a:cubicBezTo>
                      <a:pt x="355425" y="102579"/>
                      <a:pt x="341654" y="108283"/>
                      <a:pt x="327294" y="108283"/>
                    </a:cubicBezTo>
                    <a:lnTo>
                      <a:pt x="54141" y="108283"/>
                    </a:lnTo>
                    <a:cubicBezTo>
                      <a:pt x="39782" y="108283"/>
                      <a:pt x="26011" y="102579"/>
                      <a:pt x="15858" y="92425"/>
                    </a:cubicBezTo>
                    <a:cubicBezTo>
                      <a:pt x="5704" y="82272"/>
                      <a:pt x="0" y="68501"/>
                      <a:pt x="0" y="54141"/>
                    </a:cubicBezTo>
                    <a:lnTo>
                      <a:pt x="0" y="54141"/>
                    </a:lnTo>
                    <a:cubicBezTo>
                      <a:pt x="0" y="39782"/>
                      <a:pt x="5704" y="26011"/>
                      <a:pt x="15858" y="15858"/>
                    </a:cubicBezTo>
                    <a:cubicBezTo>
                      <a:pt x="26011" y="5704"/>
                      <a:pt x="39782" y="0"/>
                      <a:pt x="54141" y="0"/>
                    </a:cubicBezTo>
                    <a:close/>
                  </a:path>
                </a:pathLst>
              </a:custGeom>
              <a:solidFill>
                <a:srgbClr val="FFFFFF">
                  <a:alpha val="49804"/>
                </a:srgbClr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381436" cy="1463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5" name="Freeform 25"/>
            <p:cNvSpPr/>
            <p:nvPr/>
          </p:nvSpPr>
          <p:spPr>
            <a:xfrm>
              <a:off x="983590" y="4155488"/>
              <a:ext cx="440699" cy="579867"/>
            </a:xfrm>
            <a:custGeom>
              <a:avLst/>
              <a:gdLst/>
              <a:ahLst/>
              <a:cxnLst/>
              <a:rect l="l" t="t" r="r" b="b"/>
              <a:pathLst>
                <a:path w="440699" h="579867">
                  <a:moveTo>
                    <a:pt x="0" y="0"/>
                  </a:moveTo>
                  <a:lnTo>
                    <a:pt x="440699" y="0"/>
                  </a:lnTo>
                  <a:lnTo>
                    <a:pt x="440699" y="579867"/>
                  </a:lnTo>
                  <a:lnTo>
                    <a:pt x="0" y="579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1419800" y="5624078"/>
              <a:ext cx="402307" cy="423887"/>
            </a:xfrm>
            <a:custGeom>
              <a:avLst/>
              <a:gdLst/>
              <a:ahLst/>
              <a:cxnLst/>
              <a:rect l="l" t="t" r="r" b="b"/>
              <a:pathLst>
                <a:path w="402307" h="423887">
                  <a:moveTo>
                    <a:pt x="0" y="0"/>
                  </a:moveTo>
                  <a:lnTo>
                    <a:pt x="402307" y="0"/>
                  </a:lnTo>
                  <a:lnTo>
                    <a:pt x="402307" y="423887"/>
                  </a:lnTo>
                  <a:lnTo>
                    <a:pt x="0" y="423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670654" y="7051208"/>
              <a:ext cx="412115" cy="499533"/>
            </a:xfrm>
            <a:custGeom>
              <a:avLst/>
              <a:gdLst/>
              <a:ahLst/>
              <a:cxnLst/>
              <a:rect l="l" t="t" r="r" b="b"/>
              <a:pathLst>
                <a:path w="412115" h="499533">
                  <a:moveTo>
                    <a:pt x="0" y="0"/>
                  </a:moveTo>
                  <a:lnTo>
                    <a:pt x="412115" y="0"/>
                  </a:lnTo>
                  <a:lnTo>
                    <a:pt x="412115" y="499534"/>
                  </a:lnTo>
                  <a:lnTo>
                    <a:pt x="0" y="499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670654" y="7672263"/>
              <a:ext cx="4930489" cy="5940348"/>
            </a:xfrm>
            <a:custGeom>
              <a:avLst/>
              <a:gdLst/>
              <a:ahLst/>
              <a:cxnLst/>
              <a:rect l="l" t="t" r="r" b="b"/>
              <a:pathLst>
                <a:path w="4930489" h="5940348">
                  <a:moveTo>
                    <a:pt x="0" y="0"/>
                  </a:moveTo>
                  <a:lnTo>
                    <a:pt x="4930489" y="0"/>
                  </a:lnTo>
                  <a:lnTo>
                    <a:pt x="4930489" y="5940348"/>
                  </a:lnTo>
                  <a:lnTo>
                    <a:pt x="0" y="5940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8452442"/>
              <a:ext cx="8203325" cy="8203325"/>
            </a:xfrm>
            <a:custGeom>
              <a:avLst/>
              <a:gdLst/>
              <a:ahLst/>
              <a:cxnLst/>
              <a:rect l="l" t="t" r="r" b="b"/>
              <a:pathLst>
                <a:path w="8203325" h="8203325">
                  <a:moveTo>
                    <a:pt x="0" y="0"/>
                  </a:moveTo>
                  <a:lnTo>
                    <a:pt x="8203325" y="0"/>
                  </a:lnTo>
                  <a:lnTo>
                    <a:pt x="8203325" y="8203324"/>
                  </a:lnTo>
                  <a:lnTo>
                    <a:pt x="0" y="8203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6769257" y="3559347"/>
              <a:ext cx="4232115" cy="2199481"/>
              <a:chOff x="0" y="0"/>
              <a:chExt cx="506833" cy="263407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06833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6833" h="263407">
                    <a:moveTo>
                      <a:pt x="114638" y="0"/>
                    </a:moveTo>
                    <a:lnTo>
                      <a:pt x="392196" y="0"/>
                    </a:lnTo>
                    <a:cubicBezTo>
                      <a:pt x="422599" y="0"/>
                      <a:pt x="451758" y="12078"/>
                      <a:pt x="473257" y="33577"/>
                    </a:cubicBezTo>
                    <a:cubicBezTo>
                      <a:pt x="494756" y="55075"/>
                      <a:pt x="506833" y="84234"/>
                      <a:pt x="506833" y="114638"/>
                    </a:cubicBezTo>
                    <a:lnTo>
                      <a:pt x="506833" y="148770"/>
                    </a:lnTo>
                    <a:cubicBezTo>
                      <a:pt x="506833" y="179173"/>
                      <a:pt x="494756" y="208332"/>
                      <a:pt x="473257" y="229831"/>
                    </a:cubicBezTo>
                    <a:cubicBezTo>
                      <a:pt x="451758" y="251330"/>
                      <a:pt x="422599" y="263407"/>
                      <a:pt x="392196" y="263407"/>
                    </a:cubicBezTo>
                    <a:lnTo>
                      <a:pt x="114638" y="263407"/>
                    </a:lnTo>
                    <a:cubicBezTo>
                      <a:pt x="84234" y="263407"/>
                      <a:pt x="55075" y="251330"/>
                      <a:pt x="33577" y="229831"/>
                    </a:cubicBezTo>
                    <a:cubicBezTo>
                      <a:pt x="12078" y="208332"/>
                      <a:pt x="0" y="179173"/>
                      <a:pt x="0" y="148770"/>
                    </a:cubicBezTo>
                    <a:lnTo>
                      <a:pt x="0" y="114638"/>
                    </a:lnTo>
                    <a:cubicBezTo>
                      <a:pt x="0" y="84234"/>
                      <a:pt x="12078" y="55075"/>
                      <a:pt x="33577" y="33577"/>
                    </a:cubicBezTo>
                    <a:cubicBezTo>
                      <a:pt x="55075" y="12078"/>
                      <a:pt x="84234" y="0"/>
                      <a:pt x="114638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506833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199"/>
                  </a:lnSpc>
                </a:pPr>
                <a:r>
                  <a:rPr lang="en-US" sz="29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Total Revenue</a:t>
                </a:r>
              </a:p>
              <a:p>
                <a:pPr algn="ctr">
                  <a:lnSpc>
                    <a:spcPts val="4199"/>
                  </a:lnSpc>
                </a:pPr>
                <a:r>
                  <a:rPr lang="en-US" sz="2999" b="1">
                    <a:solidFill>
                      <a:srgbClr val="847B4F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$24,950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324938" y="3559347"/>
              <a:ext cx="4205840" cy="2199481"/>
              <a:chOff x="0" y="0"/>
              <a:chExt cx="503687" cy="26340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03687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503687" h="263407">
                    <a:moveTo>
                      <a:pt x="115354" y="0"/>
                    </a:moveTo>
                    <a:lnTo>
                      <a:pt x="388333" y="0"/>
                    </a:lnTo>
                    <a:cubicBezTo>
                      <a:pt x="452041" y="0"/>
                      <a:pt x="503687" y="51646"/>
                      <a:pt x="503687" y="115354"/>
                    </a:cubicBezTo>
                    <a:lnTo>
                      <a:pt x="503687" y="148053"/>
                    </a:lnTo>
                    <a:cubicBezTo>
                      <a:pt x="503687" y="211762"/>
                      <a:pt x="452041" y="263407"/>
                      <a:pt x="388333" y="263407"/>
                    </a:cubicBezTo>
                    <a:lnTo>
                      <a:pt x="115354" y="263407"/>
                    </a:lnTo>
                    <a:cubicBezTo>
                      <a:pt x="51646" y="263407"/>
                      <a:pt x="0" y="211762"/>
                      <a:pt x="0" y="148053"/>
                    </a:cubicBezTo>
                    <a:lnTo>
                      <a:pt x="0" y="115354"/>
                    </a:lnTo>
                    <a:cubicBezTo>
                      <a:pt x="0" y="51646"/>
                      <a:pt x="51646" y="0"/>
                      <a:pt x="115354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503687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4059"/>
                  </a:lnSpc>
                </a:pPr>
                <a:r>
                  <a:rPr lang="en-US" sz="2899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Total orders</a:t>
                </a:r>
              </a:p>
              <a:p>
                <a:pPr algn="ctr">
                  <a:lnSpc>
                    <a:spcPts val="3779"/>
                  </a:lnSpc>
                </a:pPr>
                <a:r>
                  <a:rPr lang="en-US" sz="2699" b="1">
                    <a:solidFill>
                      <a:srgbClr val="00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            </a:t>
                </a:r>
                <a:r>
                  <a:rPr lang="en-US" sz="26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orders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5880618" y="3559347"/>
              <a:ext cx="4021909" cy="2199481"/>
              <a:chOff x="0" y="0"/>
              <a:chExt cx="481659" cy="263407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481659" cy="263407"/>
              </a:xfrm>
              <a:custGeom>
                <a:avLst/>
                <a:gdLst/>
                <a:ahLst/>
                <a:cxnLst/>
                <a:rect l="l" t="t" r="r" b="b"/>
                <a:pathLst>
                  <a:path w="481659" h="263407">
                    <a:moveTo>
                      <a:pt x="120629" y="0"/>
                    </a:moveTo>
                    <a:lnTo>
                      <a:pt x="361030" y="0"/>
                    </a:lnTo>
                    <a:cubicBezTo>
                      <a:pt x="427652" y="0"/>
                      <a:pt x="481659" y="54008"/>
                      <a:pt x="481659" y="120629"/>
                    </a:cubicBezTo>
                    <a:lnTo>
                      <a:pt x="481659" y="142778"/>
                    </a:lnTo>
                    <a:cubicBezTo>
                      <a:pt x="481659" y="209400"/>
                      <a:pt x="427652" y="263407"/>
                      <a:pt x="361030" y="263407"/>
                    </a:cubicBezTo>
                    <a:lnTo>
                      <a:pt x="120629" y="263407"/>
                    </a:lnTo>
                    <a:cubicBezTo>
                      <a:pt x="54008" y="263407"/>
                      <a:pt x="0" y="209400"/>
                      <a:pt x="0" y="142778"/>
                    </a:cubicBezTo>
                    <a:lnTo>
                      <a:pt x="0" y="120629"/>
                    </a:lnTo>
                    <a:cubicBezTo>
                      <a:pt x="0" y="54008"/>
                      <a:pt x="54008" y="0"/>
                      <a:pt x="120629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47625"/>
                <a:ext cx="481659" cy="311032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3499"/>
                  </a:lnSpc>
                </a:pPr>
                <a:r>
                  <a:rPr lang="en-US" sz="24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Top Selling Item</a:t>
                </a:r>
              </a:p>
              <a:p>
                <a:pPr algn="ctr">
                  <a:lnSpc>
                    <a:spcPts val="3499"/>
                  </a:lnSpc>
                </a:pPr>
                <a:r>
                  <a:rPr lang="en-US" sz="24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       sold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20225272" y="3559347"/>
              <a:ext cx="4232935" cy="2186781"/>
              <a:chOff x="0" y="0"/>
              <a:chExt cx="506932" cy="26188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506932" cy="261886"/>
              </a:xfrm>
              <a:custGeom>
                <a:avLst/>
                <a:gdLst/>
                <a:ahLst/>
                <a:cxnLst/>
                <a:rect l="l" t="t" r="r" b="b"/>
                <a:pathLst>
                  <a:path w="506932" h="261886">
                    <a:moveTo>
                      <a:pt x="114616" y="0"/>
                    </a:moveTo>
                    <a:lnTo>
                      <a:pt x="392316" y="0"/>
                    </a:lnTo>
                    <a:cubicBezTo>
                      <a:pt x="455616" y="0"/>
                      <a:pt x="506932" y="51315"/>
                      <a:pt x="506932" y="114616"/>
                    </a:cubicBezTo>
                    <a:lnTo>
                      <a:pt x="506932" y="147271"/>
                    </a:lnTo>
                    <a:cubicBezTo>
                      <a:pt x="506932" y="177669"/>
                      <a:pt x="494856" y="206822"/>
                      <a:pt x="473361" y="228316"/>
                    </a:cubicBezTo>
                    <a:cubicBezTo>
                      <a:pt x="451867" y="249811"/>
                      <a:pt x="422714" y="261886"/>
                      <a:pt x="392316" y="261886"/>
                    </a:cubicBezTo>
                    <a:lnTo>
                      <a:pt x="114616" y="261886"/>
                    </a:lnTo>
                    <a:cubicBezTo>
                      <a:pt x="51315" y="261886"/>
                      <a:pt x="0" y="210571"/>
                      <a:pt x="0" y="147271"/>
                    </a:cubicBezTo>
                    <a:lnTo>
                      <a:pt x="0" y="114616"/>
                    </a:lnTo>
                    <a:cubicBezTo>
                      <a:pt x="0" y="51315"/>
                      <a:pt x="51315" y="0"/>
                      <a:pt x="114616" y="0"/>
                    </a:cubicBezTo>
                    <a:close/>
                  </a:path>
                </a:pathLst>
              </a:custGeom>
              <a:solidFill>
                <a:srgbClr val="F3E5D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47625"/>
                <a:ext cx="506932" cy="309511"/>
              </a:xfrm>
              <a:prstGeom prst="rect">
                <a:avLst/>
              </a:prstGeom>
            </p:spPr>
            <p:txBody>
              <a:bodyPr lIns="49653" tIns="49653" rIns="49653" bIns="49653" rtlCol="0" anchor="ctr"/>
              <a:lstStyle/>
              <a:p>
                <a:pPr algn="ctr">
                  <a:lnSpc>
                    <a:spcPts val="3499"/>
                  </a:lnSpc>
                </a:pPr>
                <a:r>
                  <a:rPr lang="en-US" sz="2499">
                    <a:solidFill>
                      <a:srgbClr val="000000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Avg. Order Value</a:t>
                </a:r>
              </a:p>
              <a:p>
                <a:pPr algn="ctr">
                  <a:lnSpc>
                    <a:spcPts val="3919"/>
                  </a:lnSpc>
                </a:pPr>
                <a:r>
                  <a:rPr lang="en-US" sz="2799" b="1">
                    <a:solidFill>
                      <a:srgbClr val="847B4F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$36.69</a:t>
                </a:r>
              </a:p>
            </p:txBody>
          </p:sp>
        </p:grpSp>
        <p:sp>
          <p:nvSpPr>
            <p:cNvPr id="42" name="Freeform 42"/>
            <p:cNvSpPr/>
            <p:nvPr/>
          </p:nvSpPr>
          <p:spPr>
            <a:xfrm>
              <a:off x="21456147" y="11554458"/>
              <a:ext cx="3426092" cy="4568123"/>
            </a:xfrm>
            <a:custGeom>
              <a:avLst/>
              <a:gdLst/>
              <a:ahLst/>
              <a:cxnLst/>
              <a:rect l="l" t="t" r="r" b="b"/>
              <a:pathLst>
                <a:path w="3426092" h="4568123">
                  <a:moveTo>
                    <a:pt x="0" y="0"/>
                  </a:moveTo>
                  <a:lnTo>
                    <a:pt x="3426092" y="0"/>
                  </a:lnTo>
                  <a:lnTo>
                    <a:pt x="3426092" y="4568123"/>
                  </a:lnTo>
                  <a:lnTo>
                    <a:pt x="0" y="4568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3"/>
            <p:cNvSpPr/>
            <p:nvPr/>
          </p:nvSpPr>
          <p:spPr>
            <a:xfrm>
              <a:off x="20125164" y="12328183"/>
              <a:ext cx="2265505" cy="3020674"/>
            </a:xfrm>
            <a:custGeom>
              <a:avLst/>
              <a:gdLst/>
              <a:ahLst/>
              <a:cxnLst/>
              <a:rect l="l" t="t" r="r" b="b"/>
              <a:pathLst>
                <a:path w="2265505" h="3020674">
                  <a:moveTo>
                    <a:pt x="0" y="0"/>
                  </a:moveTo>
                  <a:lnTo>
                    <a:pt x="2265505" y="0"/>
                  </a:lnTo>
                  <a:lnTo>
                    <a:pt x="2265505" y="3020673"/>
                  </a:lnTo>
                  <a:lnTo>
                    <a:pt x="0" y="3020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1797593" y="13152719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21350806" y="13392773"/>
              <a:ext cx="1263744" cy="770576"/>
            </a:xfrm>
            <a:custGeom>
              <a:avLst/>
              <a:gdLst/>
              <a:ahLst/>
              <a:cxnLst/>
              <a:rect l="l" t="t" r="r" b="b"/>
              <a:pathLst>
                <a:path w="1263744" h="770576">
                  <a:moveTo>
                    <a:pt x="0" y="0"/>
                  </a:moveTo>
                  <a:lnTo>
                    <a:pt x="1263744" y="0"/>
                  </a:lnTo>
                  <a:lnTo>
                    <a:pt x="1263744" y="770576"/>
                  </a:lnTo>
                  <a:lnTo>
                    <a:pt x="0" y="770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577959" y="4148029"/>
              <a:ext cx="1989765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Inventory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005188" y="5538630"/>
              <a:ext cx="1134649" cy="55912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 dirty="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27466" y="6940083"/>
              <a:ext cx="2640489" cy="5471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</a:pPr>
              <a:r>
                <a:rPr lang="en-US" sz="24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Order history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7104" y="2538832"/>
              <a:ext cx="2184400" cy="1259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Dashboard</a:t>
              </a:r>
            </a:p>
            <a:p>
              <a:pPr algn="l">
                <a:lnSpc>
                  <a:spcPts val="4200"/>
                </a:lnSpc>
              </a:pPr>
              <a:endParaRPr lang="en-US" sz="2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2168014" y="4486221"/>
              <a:ext cx="1259844" cy="836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09"/>
                </a:lnSpc>
              </a:pPr>
              <a:r>
                <a:rPr lang="en-US" sz="3720" b="1">
                  <a:solidFill>
                    <a:srgbClr val="9B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680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461370" y="1945948"/>
              <a:ext cx="8422552" cy="855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402"/>
                </a:lnSpc>
              </a:pPr>
              <a:r>
                <a:rPr lang="en-US" sz="385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Sales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6469402" y="4586063"/>
              <a:ext cx="1251379" cy="7361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52"/>
                </a:lnSpc>
              </a:pPr>
              <a:r>
                <a:rPr lang="en-US" sz="3323" b="1">
                  <a:solidFill>
                    <a:srgbClr val="A72F29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8758187" y="7957533"/>
              <a:ext cx="5094089" cy="48355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Pepperoni Pizza </a:t>
              </a:r>
            </a:p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Meat Lover </a:t>
              </a:r>
            </a:p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Garlic Knots </a:t>
              </a:r>
            </a:p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King BBQ </a:t>
              </a:r>
            </a:p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Cheese Pizza </a:t>
              </a:r>
            </a:p>
            <a:p>
              <a:pPr marL="647694" lvl="1" indent="-323847" algn="l">
                <a:lnSpc>
                  <a:spcPts val="41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99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Bottle Coke</a:t>
              </a:r>
            </a:p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endParaRPr lang="en-US" sz="29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3792216" y="3792216"/>
            <a:ext cx="10287000" cy="2702567"/>
            <a:chOff x="0" y="0"/>
            <a:chExt cx="1605531" cy="421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05531" cy="421800"/>
            </a:xfrm>
            <a:custGeom>
              <a:avLst/>
              <a:gdLst/>
              <a:ahLst/>
              <a:cxnLst/>
              <a:rect l="l" t="t" r="r" b="b"/>
              <a:pathLst>
                <a:path w="1605531" h="421800">
                  <a:moveTo>
                    <a:pt x="0" y="0"/>
                  </a:moveTo>
                  <a:lnTo>
                    <a:pt x="1605531" y="0"/>
                  </a:lnTo>
                  <a:lnTo>
                    <a:pt x="1605531" y="421800"/>
                  </a:lnTo>
                  <a:lnTo>
                    <a:pt x="0" y="421800"/>
                  </a:lnTo>
                  <a:close/>
                </a:path>
              </a:pathLst>
            </a:custGeom>
            <a:solidFill>
              <a:srgbClr val="847B4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05531" cy="459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702567" y="289439"/>
            <a:ext cx="15585433" cy="1320195"/>
            <a:chOff x="0" y="0"/>
            <a:chExt cx="4104805" cy="34770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104805" cy="347706"/>
            </a:xfrm>
            <a:custGeom>
              <a:avLst/>
              <a:gdLst/>
              <a:ahLst/>
              <a:cxnLst/>
              <a:rect l="l" t="t" r="r" b="b"/>
              <a:pathLst>
                <a:path w="4104805" h="347706">
                  <a:moveTo>
                    <a:pt x="0" y="0"/>
                  </a:moveTo>
                  <a:lnTo>
                    <a:pt x="4104805" y="0"/>
                  </a:lnTo>
                  <a:lnTo>
                    <a:pt x="4104805" y="347706"/>
                  </a:lnTo>
                  <a:lnTo>
                    <a:pt x="0" y="347706"/>
                  </a:lnTo>
                  <a:close/>
                </a:path>
              </a:pathLst>
            </a:custGeom>
            <a:solidFill>
              <a:srgbClr val="F3E5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104805" cy="3858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-294066" y="0"/>
            <a:ext cx="6424871" cy="578879"/>
          </a:xfrm>
          <a:custGeom>
            <a:avLst/>
            <a:gdLst/>
            <a:ahLst/>
            <a:cxnLst/>
            <a:rect l="l" t="t" r="r" b="b"/>
            <a:pathLst>
              <a:path w="6424871" h="578879">
                <a:moveTo>
                  <a:pt x="0" y="0"/>
                </a:moveTo>
                <a:lnTo>
                  <a:pt x="6424871" y="0"/>
                </a:lnTo>
                <a:lnTo>
                  <a:pt x="6424871" y="578879"/>
                </a:lnTo>
                <a:lnTo>
                  <a:pt x="0" y="5788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3620" b="-11130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4744255" y="0"/>
            <a:ext cx="6424871" cy="578879"/>
          </a:xfrm>
          <a:custGeom>
            <a:avLst/>
            <a:gdLst/>
            <a:ahLst/>
            <a:cxnLst/>
            <a:rect l="l" t="t" r="r" b="b"/>
            <a:pathLst>
              <a:path w="6424871" h="578879">
                <a:moveTo>
                  <a:pt x="0" y="0"/>
                </a:moveTo>
                <a:lnTo>
                  <a:pt x="6424871" y="0"/>
                </a:lnTo>
                <a:lnTo>
                  <a:pt x="6424871" y="578879"/>
                </a:lnTo>
                <a:lnTo>
                  <a:pt x="0" y="5788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3620" b="-11130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9704471" y="0"/>
            <a:ext cx="6424871" cy="578879"/>
          </a:xfrm>
          <a:custGeom>
            <a:avLst/>
            <a:gdLst/>
            <a:ahLst/>
            <a:cxnLst/>
            <a:rect l="l" t="t" r="r" b="b"/>
            <a:pathLst>
              <a:path w="6424871" h="578879">
                <a:moveTo>
                  <a:pt x="0" y="0"/>
                </a:moveTo>
                <a:lnTo>
                  <a:pt x="6424871" y="0"/>
                </a:lnTo>
                <a:lnTo>
                  <a:pt x="6424871" y="578879"/>
                </a:lnTo>
                <a:lnTo>
                  <a:pt x="0" y="5788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3620" b="-11130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2367039" y="0"/>
            <a:ext cx="6424871" cy="578879"/>
          </a:xfrm>
          <a:custGeom>
            <a:avLst/>
            <a:gdLst/>
            <a:ahLst/>
            <a:cxnLst/>
            <a:rect l="l" t="t" r="r" b="b"/>
            <a:pathLst>
              <a:path w="6424871" h="578879">
                <a:moveTo>
                  <a:pt x="0" y="0"/>
                </a:moveTo>
                <a:lnTo>
                  <a:pt x="6424871" y="0"/>
                </a:lnTo>
                <a:lnTo>
                  <a:pt x="6424871" y="578879"/>
                </a:lnTo>
                <a:lnTo>
                  <a:pt x="0" y="5788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3620" b="-111308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3140717" y="1506283"/>
            <a:ext cx="14702655" cy="8547435"/>
            <a:chOff x="0" y="-66675"/>
            <a:chExt cx="2294699" cy="1334030"/>
          </a:xfrm>
        </p:grpSpPr>
        <p:sp>
          <p:nvSpPr>
            <p:cNvPr id="13" name="Freeform 13"/>
            <p:cNvSpPr/>
            <p:nvPr/>
          </p:nvSpPr>
          <p:spPr>
            <a:xfrm>
              <a:off x="0" y="-28586"/>
              <a:ext cx="2294699" cy="1295941"/>
            </a:xfrm>
            <a:custGeom>
              <a:avLst/>
              <a:gdLst/>
              <a:ahLst/>
              <a:cxnLst/>
              <a:rect l="l" t="t" r="r" b="b"/>
              <a:pathLst>
                <a:path w="2294699" h="1267355">
                  <a:moveTo>
                    <a:pt x="24749" y="0"/>
                  </a:moveTo>
                  <a:lnTo>
                    <a:pt x="2269950" y="0"/>
                  </a:lnTo>
                  <a:cubicBezTo>
                    <a:pt x="2283618" y="0"/>
                    <a:pt x="2294699" y="11080"/>
                    <a:pt x="2294699" y="24749"/>
                  </a:cubicBezTo>
                  <a:lnTo>
                    <a:pt x="2294699" y="1242607"/>
                  </a:lnTo>
                  <a:cubicBezTo>
                    <a:pt x="2294699" y="1256275"/>
                    <a:pt x="2283618" y="1267355"/>
                    <a:pt x="2269950" y="1267355"/>
                  </a:cubicBezTo>
                  <a:lnTo>
                    <a:pt x="24749" y="1267355"/>
                  </a:lnTo>
                  <a:cubicBezTo>
                    <a:pt x="11080" y="1267355"/>
                    <a:pt x="0" y="1256275"/>
                    <a:pt x="0" y="1242607"/>
                  </a:cubicBezTo>
                  <a:lnTo>
                    <a:pt x="0" y="24749"/>
                  </a:lnTo>
                  <a:cubicBezTo>
                    <a:pt x="0" y="11080"/>
                    <a:pt x="11080" y="0"/>
                    <a:pt x="24749" y="0"/>
                  </a:cubicBezTo>
                  <a:close/>
                </a:path>
              </a:pathLst>
            </a:custGeom>
            <a:solidFill>
              <a:srgbClr val="F3E5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2294699" cy="13340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619"/>
                </a:lnSpc>
              </a:pPr>
              <a:r>
                <a:rPr lang="en-US" sz="3299" b="1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Order history</a:t>
              </a:r>
            </a:p>
            <a:p>
              <a:pPr algn="ctr">
                <a:lnSpc>
                  <a:spcPts val="461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  <a:p>
              <a:pPr algn="ctr">
                <a:lnSpc>
                  <a:spcPts val="4199"/>
                </a:lnSpc>
              </a:pPr>
              <a:endParaRPr lang="en-US" sz="329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5" name="Freeform 15"/>
          <p:cNvSpPr/>
          <p:nvPr/>
        </p:nvSpPr>
        <p:spPr>
          <a:xfrm>
            <a:off x="13974616" y="-610698"/>
            <a:ext cx="4542651" cy="3892323"/>
          </a:xfrm>
          <a:custGeom>
            <a:avLst/>
            <a:gdLst/>
            <a:ahLst/>
            <a:cxnLst/>
            <a:rect l="l" t="t" r="r" b="b"/>
            <a:pathLst>
              <a:path w="4542651" h="3892323">
                <a:moveTo>
                  <a:pt x="0" y="0"/>
                </a:moveTo>
                <a:lnTo>
                  <a:pt x="4542651" y="0"/>
                </a:lnTo>
                <a:lnTo>
                  <a:pt x="4542651" y="3892324"/>
                </a:lnTo>
                <a:lnTo>
                  <a:pt x="0" y="38923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53" b="-8353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68826" y="4518138"/>
            <a:ext cx="2443945" cy="693792"/>
            <a:chOff x="0" y="0"/>
            <a:chExt cx="381436" cy="10828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81436" cy="108283"/>
            </a:xfrm>
            <a:custGeom>
              <a:avLst/>
              <a:gdLst/>
              <a:ahLst/>
              <a:cxnLst/>
              <a:rect l="l" t="t" r="r" b="b"/>
              <a:pathLst>
                <a:path w="381436" h="108283">
                  <a:moveTo>
                    <a:pt x="54141" y="0"/>
                  </a:moveTo>
                  <a:lnTo>
                    <a:pt x="327294" y="0"/>
                  </a:lnTo>
                  <a:cubicBezTo>
                    <a:pt x="357196" y="0"/>
                    <a:pt x="381436" y="24240"/>
                    <a:pt x="381436" y="54141"/>
                  </a:cubicBezTo>
                  <a:lnTo>
                    <a:pt x="381436" y="54141"/>
                  </a:lnTo>
                  <a:cubicBezTo>
                    <a:pt x="381436" y="68501"/>
                    <a:pt x="375732" y="82272"/>
                    <a:pt x="365578" y="92425"/>
                  </a:cubicBezTo>
                  <a:cubicBezTo>
                    <a:pt x="355425" y="102579"/>
                    <a:pt x="341654" y="108283"/>
                    <a:pt x="327294" y="108283"/>
                  </a:cubicBezTo>
                  <a:lnTo>
                    <a:pt x="54141" y="108283"/>
                  </a:lnTo>
                  <a:cubicBezTo>
                    <a:pt x="39782" y="108283"/>
                    <a:pt x="26011" y="102579"/>
                    <a:pt x="15858" y="92425"/>
                  </a:cubicBezTo>
                  <a:cubicBezTo>
                    <a:pt x="5704" y="82272"/>
                    <a:pt x="0" y="68501"/>
                    <a:pt x="0" y="54141"/>
                  </a:cubicBezTo>
                  <a:lnTo>
                    <a:pt x="0" y="54141"/>
                  </a:lnTo>
                  <a:cubicBezTo>
                    <a:pt x="0" y="39782"/>
                    <a:pt x="5704" y="26011"/>
                    <a:pt x="15858" y="15858"/>
                  </a:cubicBezTo>
                  <a:cubicBezTo>
                    <a:pt x="26011" y="5704"/>
                    <a:pt x="39782" y="0"/>
                    <a:pt x="5414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381436" cy="146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364013" y="2505918"/>
            <a:ext cx="330524" cy="434900"/>
          </a:xfrm>
          <a:custGeom>
            <a:avLst/>
            <a:gdLst/>
            <a:ahLst/>
            <a:cxnLst/>
            <a:rect l="l" t="t" r="r" b="b"/>
            <a:pathLst>
              <a:path w="330524" h="434900">
                <a:moveTo>
                  <a:pt x="0" y="0"/>
                </a:moveTo>
                <a:lnTo>
                  <a:pt x="330524" y="0"/>
                </a:lnTo>
                <a:lnTo>
                  <a:pt x="330524" y="434900"/>
                </a:lnTo>
                <a:lnTo>
                  <a:pt x="0" y="434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691170" y="3607361"/>
            <a:ext cx="301731" cy="317915"/>
          </a:xfrm>
          <a:custGeom>
            <a:avLst/>
            <a:gdLst/>
            <a:ahLst/>
            <a:cxnLst/>
            <a:rect l="l" t="t" r="r" b="b"/>
            <a:pathLst>
              <a:path w="301731" h="317915">
                <a:moveTo>
                  <a:pt x="0" y="0"/>
                </a:moveTo>
                <a:lnTo>
                  <a:pt x="301731" y="0"/>
                </a:lnTo>
                <a:lnTo>
                  <a:pt x="301731" y="317915"/>
                </a:lnTo>
                <a:lnTo>
                  <a:pt x="0" y="3179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29311" y="4677709"/>
            <a:ext cx="309086" cy="374650"/>
          </a:xfrm>
          <a:custGeom>
            <a:avLst/>
            <a:gdLst/>
            <a:ahLst/>
            <a:cxnLst/>
            <a:rect l="l" t="t" r="r" b="b"/>
            <a:pathLst>
              <a:path w="309086" h="374650">
                <a:moveTo>
                  <a:pt x="0" y="0"/>
                </a:moveTo>
                <a:lnTo>
                  <a:pt x="309086" y="0"/>
                </a:lnTo>
                <a:lnTo>
                  <a:pt x="309086" y="374650"/>
                </a:lnTo>
                <a:lnTo>
                  <a:pt x="0" y="37465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29311" y="5143500"/>
            <a:ext cx="3697867" cy="4455261"/>
          </a:xfrm>
          <a:custGeom>
            <a:avLst/>
            <a:gdLst/>
            <a:ahLst/>
            <a:cxnLst/>
            <a:rect l="l" t="t" r="r" b="b"/>
            <a:pathLst>
              <a:path w="3697867" h="4455261">
                <a:moveTo>
                  <a:pt x="0" y="0"/>
                </a:moveTo>
                <a:lnTo>
                  <a:pt x="3697867" y="0"/>
                </a:lnTo>
                <a:lnTo>
                  <a:pt x="3697867" y="4455261"/>
                </a:lnTo>
                <a:lnTo>
                  <a:pt x="0" y="445526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15718431" y="8055146"/>
            <a:ext cx="2569569" cy="3426092"/>
          </a:xfrm>
          <a:custGeom>
            <a:avLst/>
            <a:gdLst/>
            <a:ahLst/>
            <a:cxnLst/>
            <a:rect l="l" t="t" r="r" b="b"/>
            <a:pathLst>
              <a:path w="2569569" h="3426092">
                <a:moveTo>
                  <a:pt x="0" y="0"/>
                </a:moveTo>
                <a:lnTo>
                  <a:pt x="2569569" y="0"/>
                </a:lnTo>
                <a:lnTo>
                  <a:pt x="2569569" y="3426092"/>
                </a:lnTo>
                <a:lnTo>
                  <a:pt x="0" y="342609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14720194" y="8635439"/>
            <a:ext cx="1699129" cy="2265505"/>
          </a:xfrm>
          <a:custGeom>
            <a:avLst/>
            <a:gdLst/>
            <a:ahLst/>
            <a:cxnLst/>
            <a:rect l="l" t="t" r="r" b="b"/>
            <a:pathLst>
              <a:path w="1699129" h="2265505">
                <a:moveTo>
                  <a:pt x="0" y="0"/>
                </a:moveTo>
                <a:lnTo>
                  <a:pt x="1699128" y="0"/>
                </a:lnTo>
                <a:lnTo>
                  <a:pt x="1699128" y="2265506"/>
                </a:lnTo>
                <a:lnTo>
                  <a:pt x="0" y="22655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5974515" y="9253842"/>
            <a:ext cx="1028700" cy="1028700"/>
          </a:xfrm>
          <a:custGeom>
            <a:avLst/>
            <a:gdLst/>
            <a:ahLst/>
            <a:cxnLst/>
            <a:rect l="l" t="t" r="r" b="b"/>
            <a:pathLst>
              <a:path w="1028700" h="1028700">
                <a:moveTo>
                  <a:pt x="0" y="0"/>
                </a:moveTo>
                <a:lnTo>
                  <a:pt x="1028700" y="0"/>
                </a:lnTo>
                <a:lnTo>
                  <a:pt x="1028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15639425" y="9433882"/>
            <a:ext cx="947808" cy="577932"/>
          </a:xfrm>
          <a:custGeom>
            <a:avLst/>
            <a:gdLst/>
            <a:ahLst/>
            <a:cxnLst/>
            <a:rect l="l" t="t" r="r" b="b"/>
            <a:pathLst>
              <a:path w="947808" h="577932">
                <a:moveTo>
                  <a:pt x="0" y="0"/>
                </a:moveTo>
                <a:lnTo>
                  <a:pt x="947808" y="0"/>
                </a:lnTo>
                <a:lnTo>
                  <a:pt x="947808" y="577932"/>
                </a:lnTo>
                <a:lnTo>
                  <a:pt x="0" y="5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27" name="Object 27"/>
          <p:cNvGraphicFramePr/>
          <p:nvPr>
            <p:extLst>
              <p:ext uri="{D42A27DB-BD31-4B8C-83A1-F6EECF244321}">
                <p14:modId xmlns:p14="http://schemas.microsoft.com/office/powerpoint/2010/main" val="3532268057"/>
              </p:ext>
            </p:extLst>
          </p:nvPr>
        </p:nvGraphicFramePr>
        <p:xfrm>
          <a:off x="3544197" y="2234996"/>
          <a:ext cx="16230600" cy="70188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15" imgW="19469100" imgH="8724900" progId="Excel.Sheet.12">
                  <p:embed/>
                </p:oleObj>
              </mc:Choice>
              <mc:Fallback>
                <p:oleObj name="Worksheet" r:id="rId15" imgW="19469100" imgH="8724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44197" y="2234996"/>
                        <a:ext cx="16230600" cy="70188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Freeform 28"/>
          <p:cNvSpPr/>
          <p:nvPr/>
        </p:nvSpPr>
        <p:spPr>
          <a:xfrm>
            <a:off x="-373679" y="6793080"/>
            <a:ext cx="3688923" cy="3688923"/>
          </a:xfrm>
          <a:custGeom>
            <a:avLst/>
            <a:gdLst/>
            <a:ahLst/>
            <a:cxnLst/>
            <a:rect l="l" t="t" r="r" b="b"/>
            <a:pathLst>
              <a:path w="3688923" h="3688923">
                <a:moveTo>
                  <a:pt x="0" y="0"/>
                </a:moveTo>
                <a:lnTo>
                  <a:pt x="3688923" y="0"/>
                </a:lnTo>
                <a:lnTo>
                  <a:pt x="3688923" y="3688923"/>
                </a:lnTo>
                <a:lnTo>
                  <a:pt x="0" y="36889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TextBox 29"/>
          <p:cNvSpPr txBox="1"/>
          <p:nvPr/>
        </p:nvSpPr>
        <p:spPr>
          <a:xfrm>
            <a:off x="809790" y="2488418"/>
            <a:ext cx="1492324" cy="4222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Inventory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30212" y="3531368"/>
            <a:ext cx="850987" cy="4222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71920" y="4582459"/>
            <a:ext cx="1980367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Order history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71649" y="1279139"/>
            <a:ext cx="1638300" cy="958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Dashboard</a:t>
            </a:r>
          </a:p>
          <a:p>
            <a:pPr algn="l">
              <a:lnSpc>
                <a:spcPts val="4200"/>
              </a:lnSpc>
            </a:pPr>
            <a:endParaRPr lang="en-US" sz="25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2972348" y="829713"/>
            <a:ext cx="6316914" cy="660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2"/>
              </a:lnSpc>
            </a:pPr>
            <a:r>
              <a:rPr lang="en-US" sz="385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Order history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3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395210" y="3086100"/>
            <a:ext cx="3497580" cy="4114800"/>
          </a:xfrm>
          <a:custGeom>
            <a:avLst/>
            <a:gdLst/>
            <a:ahLst/>
            <a:cxnLst/>
            <a:rect l="l" t="t" r="r" b="b"/>
            <a:pathLst>
              <a:path w="3497580" h="4114800">
                <a:moveTo>
                  <a:pt x="0" y="0"/>
                </a:moveTo>
                <a:lnTo>
                  <a:pt x="3497580" y="0"/>
                </a:lnTo>
                <a:lnTo>
                  <a:pt x="34975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715305" y="1457642"/>
            <a:ext cx="4847183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Any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221</Words>
  <Application>Microsoft Office PowerPoint</Application>
  <PresentationFormat>Custom</PresentationFormat>
  <Paragraphs>166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Montserrat</vt:lpstr>
      <vt:lpstr>Montserrat Bold</vt:lpstr>
      <vt:lpstr>Open Sans Bold</vt:lpstr>
      <vt:lpstr>DM Sans Bold</vt:lpstr>
      <vt:lpstr>Canva Sans</vt:lpstr>
      <vt:lpstr>Canva Sans Bold</vt:lpstr>
      <vt:lpstr>Calibri</vt:lpstr>
      <vt:lpstr>Arial</vt:lpstr>
      <vt:lpstr>Open Sans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Dashboard</dc:title>
  <cp:lastModifiedBy>Developer Damien</cp:lastModifiedBy>
  <cp:revision>2</cp:revision>
  <dcterms:created xsi:type="dcterms:W3CDTF">2006-08-16T00:00:00Z</dcterms:created>
  <dcterms:modified xsi:type="dcterms:W3CDTF">2026-03-07T21:47:49Z</dcterms:modified>
  <dc:identifier>DAHC0WSRrtA</dc:identifier>
</cp:coreProperties>
</file>